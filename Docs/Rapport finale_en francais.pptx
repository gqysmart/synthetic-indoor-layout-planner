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59" r:id="rId12"/>
    <p:sldId id="27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6622-3CF7-C9EA-DB52-18F4E8D4C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BE858-0047-9136-4A44-15F6AB49B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4DC1-CEAC-660E-430E-F037F355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035D-4DD0-95FF-24F2-26BC1014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12C0-4C5B-1EAD-707F-1C885170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2463-217D-7FCA-51A2-7F6B45FA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2A3A-A67A-99D6-AF3C-D3E4B8BC8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FBD8-730A-6E74-A89F-6923FF05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CE6-8A71-0221-C117-F45D1B48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FDB6-AAFC-1A46-147B-32DC11EC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3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ED2C-B275-789E-C2FD-4B3D1626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83AD5-95F4-D26B-B7B5-BEC0F3183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87D03-D323-8345-264E-594FEDF5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F0977-265F-F540-6EF1-7BD7AB7A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233F-5102-EE12-F599-EF32CDEC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4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130F-7F16-C9B7-96DF-03047BCA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ED75A-BE3B-5CCA-15FC-A4EB00598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9DFED-CECF-A0F3-7650-3C8EC9757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6E64-4AB5-993B-5B82-48CEF198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6FC95-9BB2-0C4A-5E93-103DF57B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77A61-1C75-D518-45E2-696426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1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90C3-7D4F-B9BD-E4B4-A1F891E2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D657-F6CF-882B-637C-33DD67E49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E2003-EE37-BAA1-DAB6-791C9D793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9D7E1-724D-A11B-1912-AE82DB5D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54C05-BF05-7A6C-0347-7E49D059E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43E7C-B79A-FA0C-5F4B-C06575CE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CB406-C9A8-0256-A2DE-F2FC9C1A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16989-B25C-2605-796F-E9DB4509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1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F61-85F9-1C01-86F8-A4976134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CD901-FA7D-447D-9327-F7B17D5A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AFE5E-4809-8007-4EA2-DCC0313E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DDE02-7366-5DF2-19EE-1BD3BC1D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3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EB216-A379-731C-4302-633487A0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A4042-045A-8CD3-095E-8673F3FF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8EF1A-317F-7173-DE31-A2609059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A875-06FE-7A29-C4FF-88755FB3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D847-51A7-BCE6-106A-BC498E3EE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4BE41-B468-424E-74A2-DF6A47923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3502C-A5DC-3F09-90D1-608C4C07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7B8F3-0A0E-9132-FE39-3083FCF3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F72FA-76C6-9F18-CDF8-7D40A021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2BFA-BED8-4893-C5E3-51B8AE8D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FE602-A4BE-7749-BE28-E1D776E11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AEDCA-D125-AFE9-5F51-437D30644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D12CC-1D6D-C954-2095-0230D265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CF2A-953E-D330-585F-C9203A21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4CEB3-73C2-318C-A9D4-3BF7C1E0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6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C155-E6E6-11A4-5BA6-9794F365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A5253-2F3D-14A1-2808-A0837A752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25A13-3657-1475-F2D2-AFB04E10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111C5-50C6-C242-253D-27FE8861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902BF-11A7-C7B8-03DD-0CCB669C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0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F6DB1-969C-655E-B5D9-E7E05F015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59981-4FF4-7F9A-EF9D-3669D16DB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E7F79-8E1C-D5A9-7EEA-45836C63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88BF-EBD9-E61B-250E-4121ADA3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9EE9-6ADE-3565-E028-9F58F964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3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E3201-066A-2FCD-DC87-2E1B9F5B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FFED5-A950-2CF7-28BA-38912204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5EBD-9C7B-E67D-D53E-699E9C8CA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F016-8FFB-491E-70E3-9EA1B0702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3E2FD-5FE9-2F72-3369-39EFDC7B9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4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ynthetic-indoor-layout-planner.onrender.com/" TargetMode="External"/><Relationship Id="rId2" Type="http://schemas.openxmlformats.org/officeDocument/2006/relationships/hyperlink" Target="https://synthetic-indoor-layout-planner.vercel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C6F499-7DD3-40AC-AC5E-26D67FCAE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2CF7CF5F-D747-47B3-80B1-839275044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0" y="-2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60529-2B0D-6427-109D-849C1937E4C1}"/>
              </a:ext>
            </a:extLst>
          </p:cNvPr>
          <p:cNvSpPr txBox="1"/>
          <p:nvPr/>
        </p:nvSpPr>
        <p:spPr>
          <a:xfrm>
            <a:off x="1403632" y="914399"/>
            <a:ext cx="9283781" cy="259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SILP</a:t>
            </a:r>
          </a:p>
        </p:txBody>
      </p:sp>
      <p:sp>
        <p:nvSpPr>
          <p:cNvPr id="18" name="Graphic 14">
            <a:extLst>
              <a:ext uri="{FF2B5EF4-FFF2-40B4-BE49-F238E27FC236}">
                <a16:creationId xmlns:a16="http://schemas.microsoft.com/office/drawing/2014/main" id="{820B6604-1FF9-43F5-AC47-3D41CB2F5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48800" y="4111379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DF4-7F33-776A-A337-D95860EE9947}"/>
              </a:ext>
            </a:extLst>
          </p:cNvPr>
          <p:cNvSpPr txBox="1"/>
          <p:nvPr/>
        </p:nvSpPr>
        <p:spPr>
          <a:xfrm>
            <a:off x="1403632" y="3602037"/>
            <a:ext cx="9283781" cy="2446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CA" sz="2400" dirty="0"/>
              <a:t>Par </a:t>
            </a:r>
            <a:r>
              <a:rPr lang="en-CA" sz="2400" dirty="0" err="1"/>
              <a:t>Qiyun</a:t>
            </a:r>
            <a:r>
              <a:rPr lang="en-CA" sz="2400" dirty="0"/>
              <a:t> Ge et Yuping Yan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12B5B1-BC40-4CD1-8541-549C5834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785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raphic 14">
            <a:extLst>
              <a:ext uri="{FF2B5EF4-FFF2-40B4-BE49-F238E27FC236}">
                <a16:creationId xmlns:a16="http://schemas.microsoft.com/office/drawing/2014/main" id="{CE1108CD-786E-4304-9504-9C5AD6482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9448800" y="-1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52BF65-A104-4DD3-8D54-285294DCC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38853-4C90-30E3-69A2-23BC3A82E5FF}"/>
              </a:ext>
            </a:extLst>
          </p:cNvPr>
          <p:cNvSpPr txBox="1"/>
          <p:nvPr/>
        </p:nvSpPr>
        <p:spPr>
          <a:xfrm>
            <a:off x="3154610" y="247489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 err="1"/>
              <a:t>Planificateur</a:t>
            </a:r>
            <a:r>
              <a:rPr lang="en-CA" dirty="0"/>
              <a:t> </a:t>
            </a:r>
            <a:r>
              <a:rPr lang="en-CA" dirty="0" err="1"/>
              <a:t>Synthétique</a:t>
            </a:r>
            <a:r>
              <a:rPr lang="en-CA" dirty="0"/>
              <a:t> </a:t>
            </a:r>
            <a:r>
              <a:rPr lang="en-CA" dirty="0" err="1"/>
              <a:t>d’Aménagement</a:t>
            </a:r>
            <a:r>
              <a:rPr lang="en-CA" dirty="0"/>
              <a:t> </a:t>
            </a:r>
            <a:r>
              <a:rPr lang="en-CA" dirty="0" err="1"/>
              <a:t>Intérieur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121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E6164-E68C-DF26-1660-158B0746230F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sz="4400" b="1" dirty="0"/>
              <a:t>Ordre du jour</a:t>
            </a:r>
            <a:endParaRPr lang="en-US" sz="4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D13EB-2CCC-AF01-9DF2-68BF65DBC9FF}"/>
              </a:ext>
            </a:extLst>
          </p:cNvPr>
          <p:cNvSpPr txBox="1"/>
          <p:nvPr/>
        </p:nvSpPr>
        <p:spPr>
          <a:xfrm>
            <a:off x="1957987" y="2431765"/>
            <a:ext cx="8276026" cy="3320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Problème</a:t>
            </a:r>
            <a:r>
              <a:rPr lang="en-CA" sz="2000" dirty="0"/>
              <a:t> &amp; 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Méthodes</a:t>
            </a:r>
            <a:r>
              <a:rPr lang="en-CA" sz="2000" dirty="0"/>
              <a:t> (CSP / BFS / A*)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Architecture du </a:t>
            </a:r>
            <a:r>
              <a:rPr lang="en-CA" sz="2000" dirty="0" err="1"/>
              <a:t>système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Résultats</a:t>
            </a:r>
            <a:r>
              <a:rPr lang="en-CA" sz="2000" dirty="0"/>
              <a:t> &amp; </a:t>
            </a:r>
            <a:r>
              <a:rPr lang="en-CA" sz="2000" dirty="0" err="1"/>
              <a:t>Démonstration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Tentative CSP et </a:t>
            </a:r>
            <a:r>
              <a:rPr lang="en-CA" sz="2000" dirty="0" err="1"/>
              <a:t>leçons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Travaux </a:t>
            </a:r>
            <a:r>
              <a:rPr lang="en-CA" sz="2000" dirty="0" err="1"/>
              <a:t>futurs</a:t>
            </a:r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F12B1-FB7E-6BAB-4C45-2D210D67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C9AE711-84FE-CD42-80E6-6C3D97210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12753F3-A018-DCB6-88BB-E5434B308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E6120-D3AD-6E99-C492-91B3D63E4A5B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/>
              <a:t>Introduction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07EDC-135A-6DC6-5C53-04A8B5C9730C}"/>
              </a:ext>
            </a:extLst>
          </p:cNvPr>
          <p:cNvSpPr txBox="1"/>
          <p:nvPr/>
        </p:nvSpPr>
        <p:spPr>
          <a:xfrm>
            <a:off x="1137036" y="1983036"/>
            <a:ext cx="8150183" cy="3767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SILP </a:t>
            </a:r>
            <a:r>
              <a:rPr lang="en-CA" sz="2000" dirty="0" err="1"/>
              <a:t>est</a:t>
            </a:r>
            <a:r>
              <a:rPr lang="en-CA" sz="2000" dirty="0"/>
              <a:t> un </a:t>
            </a:r>
            <a:r>
              <a:rPr lang="en-CA" sz="2000" dirty="0" err="1"/>
              <a:t>moteur</a:t>
            </a:r>
            <a:r>
              <a:rPr lang="en-CA" sz="2000" dirty="0"/>
              <a:t> </a:t>
            </a:r>
            <a:r>
              <a:rPr lang="en-CA" sz="2000" dirty="0" err="1"/>
              <a:t>d’analyse</a:t>
            </a:r>
            <a:r>
              <a:rPr lang="en-CA" sz="2000" dirty="0"/>
              <a:t> </a:t>
            </a:r>
            <a:r>
              <a:rPr lang="en-CA" sz="2000" dirty="0" err="1"/>
              <a:t>d’aménagement</a:t>
            </a:r>
            <a:r>
              <a:rPr lang="en-CA" sz="2000" dirty="0"/>
              <a:t> </a:t>
            </a:r>
            <a:r>
              <a:rPr lang="en-CA" sz="2000" dirty="0" err="1"/>
              <a:t>intérieur</a:t>
            </a:r>
            <a:r>
              <a:rPr lang="en-CA" sz="2000" dirty="0"/>
              <a:t> </a:t>
            </a:r>
            <a:r>
              <a:rPr lang="en-CA" sz="2000" dirty="0" err="1"/>
              <a:t>utilisant</a:t>
            </a:r>
            <a:r>
              <a:rPr lang="en-CA" sz="2000" dirty="0"/>
              <a:t> </a:t>
            </a:r>
            <a:r>
              <a:rPr lang="en-CA" sz="2000" dirty="0" err="1"/>
              <a:t>géométrie</a:t>
            </a:r>
            <a:r>
              <a:rPr lang="en-CA" sz="2000" dirty="0"/>
              <a:t> et recherche de chemin.</a:t>
            </a:r>
          </a:p>
          <a:p>
            <a:r>
              <a:rPr lang="en-CA" sz="2000" dirty="0"/>
              <a:t>Il </a:t>
            </a:r>
            <a:r>
              <a:rPr lang="en-CA" sz="2000" dirty="0" err="1"/>
              <a:t>inclut</a:t>
            </a:r>
            <a:r>
              <a:rPr lang="en-CA" sz="2000" dirty="0"/>
              <a:t> :</a:t>
            </a:r>
          </a:p>
          <a:p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Champ de navigation </a:t>
            </a:r>
            <a:r>
              <a:rPr lang="en-CA" sz="2000" dirty="0" err="1"/>
              <a:t>pixelisé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BFS / A*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Masques </a:t>
            </a:r>
            <a:r>
              <a:rPr lang="en-CA" sz="2000" dirty="0" err="1"/>
              <a:t>d’obstacles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Tentative CSP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r>
              <a:rPr lang="en-CA" sz="2000" dirty="0"/>
              <a:t>Objectif : </a:t>
            </a:r>
            <a:r>
              <a:rPr lang="en-CA" sz="2000" dirty="0" err="1"/>
              <a:t>évaluer</a:t>
            </a:r>
            <a:r>
              <a:rPr lang="en-CA" sz="2000" dirty="0"/>
              <a:t> </a:t>
            </a:r>
            <a:r>
              <a:rPr lang="en-CA" sz="2000" dirty="0" err="1"/>
              <a:t>faisabilité</a:t>
            </a:r>
            <a:r>
              <a:rPr lang="en-CA" sz="2000" dirty="0"/>
              <a:t> et </a:t>
            </a:r>
            <a:r>
              <a:rPr lang="en-CA" sz="2000" dirty="0" err="1"/>
              <a:t>navigabilité</a:t>
            </a:r>
            <a:r>
              <a:rPr lang="en-CA" sz="2000" dirty="0"/>
              <a:t>.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B3BCE9CE-0ED9-3166-F0A4-90D075BD3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6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F1083-2089-19D0-A1EE-7DC82D61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EC3FE82-19A9-1DBB-D550-D030B8AA0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57C5B4D9-037D-B156-4BEE-3D4E64443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3DC0C-020D-7243-A033-0B154AA51115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/>
              <a:t>Motivation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5B75F-02F2-7A76-52BF-46FF9AD6DB3C}"/>
              </a:ext>
            </a:extLst>
          </p:cNvPr>
          <p:cNvSpPr txBox="1"/>
          <p:nvPr/>
        </p:nvSpPr>
        <p:spPr>
          <a:xfrm>
            <a:off x="1137036" y="2295242"/>
            <a:ext cx="9251870" cy="272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 err="1"/>
              <a:t>Défis</a:t>
            </a:r>
            <a:r>
              <a:rPr lang="en-CA" sz="2000" dirty="0"/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</a:t>
            </a:r>
            <a:r>
              <a:rPr lang="en-CA" sz="2000" dirty="0" err="1"/>
              <a:t>Aucune</a:t>
            </a:r>
            <a:r>
              <a:rPr lang="en-CA" sz="2000" dirty="0"/>
              <a:t> validation </a:t>
            </a:r>
            <a:r>
              <a:rPr lang="en-CA" sz="2000" dirty="0" err="1"/>
              <a:t>automatique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Porte </a:t>
            </a:r>
            <a:r>
              <a:rPr lang="en-CA" sz="2000" dirty="0" err="1"/>
              <a:t>bloquée</a:t>
            </a:r>
            <a:r>
              <a:rPr lang="en-CA" sz="2000" dirty="0"/>
              <a:t>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Passages &lt; 0,6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</a:t>
            </a:r>
            <a:r>
              <a:rPr lang="en-CA" sz="2000" dirty="0" err="1"/>
              <a:t>Outils</a:t>
            </a:r>
            <a:r>
              <a:rPr lang="en-CA" sz="2000" dirty="0"/>
              <a:t> </a:t>
            </a:r>
            <a:r>
              <a:rPr lang="en-CA" sz="2000" dirty="0" err="1"/>
              <a:t>traditionnels</a:t>
            </a:r>
            <a:r>
              <a:rPr lang="en-CA" sz="2000" dirty="0"/>
              <a:t> </a:t>
            </a:r>
            <a:r>
              <a:rPr lang="en-CA" sz="2000" dirty="0" err="1"/>
              <a:t>limités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</a:t>
            </a:r>
            <a:r>
              <a:rPr lang="en-CA" sz="2000" dirty="0" err="1"/>
              <a:t>Vérification</a:t>
            </a:r>
            <a:r>
              <a:rPr lang="en-CA" sz="2000" dirty="0"/>
              <a:t> </a:t>
            </a:r>
            <a:r>
              <a:rPr lang="en-CA" sz="2000" dirty="0" err="1"/>
              <a:t>manuelle</a:t>
            </a:r>
            <a:r>
              <a:rPr lang="en-CA" sz="2000" dirty="0"/>
              <a:t> lente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CD99D17A-C6DE-B2B1-FBD2-11F3BBD7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4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C8418-9D9E-36C9-C53A-F68F2E1E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B1D477-4F9E-B862-4860-530AF7E0C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683110C-8135-71F9-005D-BA4CBF444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BCECB-BC3E-2F4E-10AA-9F993F597C86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/>
              <a:t>Motivation-IA</a:t>
            </a: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4400" b="1" dirty="0" err="1"/>
              <a:t>ComfyUI</a:t>
            </a:r>
            <a:endParaRPr lang="en-US" sz="4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80CC4-359B-4857-5E66-008410D85A50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 err="1"/>
              <a:t>ComfyUI</a:t>
            </a:r>
            <a:r>
              <a:rPr lang="en-CA" sz="2000" dirty="0"/>
              <a:t> </a:t>
            </a:r>
            <a:r>
              <a:rPr lang="en-CA" sz="2000" dirty="0" err="1"/>
              <a:t>génère</a:t>
            </a:r>
            <a:r>
              <a:rPr lang="en-CA" sz="2000" dirty="0"/>
              <a:t> des </a:t>
            </a:r>
            <a:r>
              <a:rPr lang="en-CA" sz="2000" dirty="0" err="1"/>
              <a:t>pièces</a:t>
            </a:r>
            <a:r>
              <a:rPr lang="en-CA" sz="2000" dirty="0"/>
              <a:t> </a:t>
            </a:r>
            <a:r>
              <a:rPr lang="en-CA" sz="2000" dirty="0" err="1"/>
              <a:t>photoréalistes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Mais sans validation </a:t>
            </a:r>
            <a:r>
              <a:rPr lang="en-CA" sz="2000" dirty="0" err="1"/>
              <a:t>géométrique</a:t>
            </a:r>
            <a:r>
              <a:rPr lang="en-CA" sz="2000" dirty="0"/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Porte inaccessible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Respect </a:t>
            </a:r>
            <a:r>
              <a:rPr lang="en-CA" sz="2000" dirty="0" err="1"/>
              <a:t>limité</a:t>
            </a:r>
            <a:r>
              <a:rPr lang="en-CA" sz="2000" dirty="0"/>
              <a:t> des </a:t>
            </a:r>
            <a:r>
              <a:rPr lang="en-CA" sz="2000" dirty="0" err="1"/>
              <a:t>contraintes</a:t>
            </a:r>
            <a:r>
              <a:rPr lang="en-CA" sz="2000" dirty="0"/>
              <a:t> physiques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2A40928F-5FCD-2361-4EE5-D4477D860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68725-666F-6F71-0043-C71D0F47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AA88AF0-1701-C053-1FE5-86DE16E69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A32B3FEB-44B0-50CC-F1EB-7900657EC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2B814-F233-609F-2F73-1C2149CC1386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/>
              <a:t>Motivation-</a:t>
            </a:r>
            <a:r>
              <a:rPr lang="en-CA" sz="4400" b="1" dirty="0" err="1"/>
              <a:t>Pourquoi</a:t>
            </a:r>
            <a:r>
              <a:rPr lang="en-CA" sz="4400" dirty="0"/>
              <a:t> </a:t>
            </a:r>
            <a:r>
              <a:rPr lang="en-CA" sz="4400" b="1" dirty="0"/>
              <a:t>SILP</a:t>
            </a:r>
            <a:endParaRPr lang="en-US" sz="4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DE31D-DEA2-8AC4-D28A-5702F1F06FEF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SILP </a:t>
            </a:r>
            <a:r>
              <a:rPr lang="en-CA" sz="2000" dirty="0" err="1"/>
              <a:t>fournit</a:t>
            </a:r>
            <a:r>
              <a:rPr lang="en-CA" sz="2000" dirty="0"/>
              <a:t> </a:t>
            </a:r>
            <a:r>
              <a:rPr lang="en-CA" sz="2000" dirty="0" err="1"/>
              <a:t>une</a:t>
            </a:r>
            <a:r>
              <a:rPr lang="en-CA" sz="2000" dirty="0"/>
              <a:t> base </a:t>
            </a:r>
            <a:r>
              <a:rPr lang="en-CA" sz="2000" dirty="0" err="1"/>
              <a:t>géométrique</a:t>
            </a:r>
            <a:r>
              <a:rPr lang="en-CA" sz="2000" dirty="0"/>
              <a:t> </a:t>
            </a:r>
            <a:r>
              <a:rPr lang="en-CA" sz="2000" dirty="0" err="1"/>
              <a:t>avant</a:t>
            </a:r>
            <a:r>
              <a:rPr lang="en-CA" sz="2000" dirty="0"/>
              <a:t> la </a:t>
            </a:r>
            <a:r>
              <a:rPr lang="en-CA" sz="2000" dirty="0" err="1"/>
              <a:t>génération</a:t>
            </a:r>
            <a:r>
              <a:rPr lang="en-CA" sz="2000" dirty="0"/>
              <a:t> IA.</a:t>
            </a:r>
          </a:p>
          <a:p>
            <a:r>
              <a:rPr lang="en-CA" sz="2000" dirty="0" err="1"/>
              <a:t>Garantit</a:t>
            </a:r>
            <a:r>
              <a:rPr lang="en-CA" sz="2000" dirty="0"/>
              <a:t> des designs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Réalistes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Navigables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 err="1"/>
              <a:t>Sécuritaires</a:t>
            </a:r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C36D60C5-7282-1081-B861-2B2E65ECB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4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C3EC7-C88F-9E47-137A-86B71F51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C558C9-ADAE-0F19-69E6-827B46144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FD24705-B8BE-86C3-5433-B26B57CAB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5E05A-F1CC-AC22-5C6D-FF6B7507B28D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Architecture - Backend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5584A1-6049-DEA1-FC0E-B7B643103A28}"/>
              </a:ext>
            </a:extLst>
          </p:cNvPr>
          <p:cNvSpPr txBox="1"/>
          <p:nvPr/>
        </p:nvSpPr>
        <p:spPr>
          <a:xfrm>
            <a:off x="1137036" y="1737360"/>
            <a:ext cx="10573894" cy="4470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Backend (Python + </a:t>
            </a:r>
            <a:r>
              <a:rPr lang="en-CA" sz="2000" dirty="0" err="1"/>
              <a:t>FastAPI</a:t>
            </a:r>
            <a:r>
              <a:rPr lang="en-CA" sz="2000" dirty="0"/>
              <a:t>)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Transformations </a:t>
            </a:r>
            <a:r>
              <a:rPr lang="en-CA" sz="2000" dirty="0" err="1"/>
              <a:t>géométriques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Champ </a:t>
            </a:r>
            <a:r>
              <a:rPr lang="en-CA" sz="2000" dirty="0" err="1"/>
              <a:t>pixelisé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Masques </a:t>
            </a:r>
            <a:r>
              <a:rPr lang="en-CA" sz="2000" dirty="0" err="1"/>
              <a:t>d'obstacles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BFS / A*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Module CSP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WebSocket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F8F7F364-6293-F446-C298-184588AD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7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3304A-4CF3-70B9-5ECE-C33EAAA6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447ED4-A770-4789-C997-37F6146F5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F611215-19E9-380C-8AF3-3523F40FF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33DBA-F2EB-2FD6-AE8F-37EF628C0E99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Architecture - Frontend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060EC5-92F3-EC24-CDC7-AE8EEA4B17CF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Frontend (</a:t>
            </a:r>
            <a:r>
              <a:rPr lang="en-CA" sz="2000" dirty="0" err="1"/>
              <a:t>Next.js</a:t>
            </a:r>
            <a:r>
              <a:rPr lang="en-CA" sz="2000" dirty="0"/>
              <a:t> + React / R3F)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Visualisation 2D/3D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Chemin </a:t>
            </a:r>
            <a:r>
              <a:rPr lang="en-CA" sz="2000" dirty="0" err="1"/>
              <a:t>en</a:t>
            </a:r>
            <a:r>
              <a:rPr lang="en-CA" sz="2000" dirty="0"/>
              <a:t> temps </a:t>
            </a:r>
            <a:r>
              <a:rPr lang="en-CA" sz="2000" dirty="0" err="1"/>
              <a:t>réel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Interaction par </a:t>
            </a:r>
            <a:r>
              <a:rPr lang="en-CA" sz="2000" dirty="0" err="1"/>
              <a:t>déplacement</a:t>
            </a:r>
            <a:r>
              <a:rPr lang="en-CA" sz="2000" dirty="0"/>
              <a:t> du mobilier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D1A8200A-1F52-5FCC-A604-3D3F17230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3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08943-0AFE-EB85-9483-476A2EC3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D77E3A-8F97-CDCE-FAEE-D1B5A26CA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C37A53A6-3221-57C5-09EA-7B55A8F6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D34FD-26D0-01F0-5FCE-47EA594C9D23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Architecture – Flux de données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F3C78-CB0A-4CDF-E1F2-7D6FF2752D94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b="1" dirty="0"/>
              <a:t>Data Flow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/>
              <a:t>Entrée </a:t>
            </a:r>
            <a:r>
              <a:rPr lang="en-CA" sz="2000" dirty="0" err="1"/>
              <a:t>utilisateur</a:t>
            </a:r>
            <a:endParaRPr lang="en-CA" sz="2000" dirty="0"/>
          </a:p>
          <a:p>
            <a:pPr marL="457200" indent="-457200">
              <a:buFont typeface="+mj-lt"/>
              <a:buAutoNum type="arabicPeriod"/>
            </a:pPr>
            <a:r>
              <a:rPr lang="en-CA" sz="2000" dirty="0" err="1"/>
              <a:t>Calcul</a:t>
            </a:r>
            <a:r>
              <a:rPr lang="en-CA" sz="2000" dirty="0"/>
              <a:t> (masques + BFS/A*)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 err="1"/>
              <a:t>Résultats</a:t>
            </a:r>
            <a:r>
              <a:rPr lang="en-CA" sz="2000" dirty="0"/>
              <a:t> via WebSocket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000" dirty="0" err="1"/>
              <a:t>Affichage</a:t>
            </a:r>
            <a:r>
              <a:rPr lang="en-CA" sz="2000" dirty="0"/>
              <a:t> </a:t>
            </a:r>
            <a:r>
              <a:rPr lang="en-CA" sz="2000" dirty="0" err="1"/>
              <a:t>en</a:t>
            </a:r>
            <a:r>
              <a:rPr lang="en-CA" sz="2000" dirty="0"/>
              <a:t> temps </a:t>
            </a:r>
            <a:r>
              <a:rPr lang="en-CA" sz="2000" dirty="0" err="1"/>
              <a:t>réel</a:t>
            </a:r>
            <a:endParaRPr lang="en-CA" sz="2000" dirty="0"/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6677ABFF-5360-00DD-F142-7940F4234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4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B9C77-1DEC-668B-5E17-06EF11FD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CB99EC-F5F1-0EF6-CBA1-F655B51E6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C6341C8-2D45-6B1F-3DCA-3AF000418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723CB-D91D-514D-1642-EA35B5F9AF93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Result &amp; Demo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85444-200B-C0D5-291B-5274ED937E39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Live Demo: </a:t>
            </a:r>
          </a:p>
          <a:p>
            <a:r>
              <a:rPr lang="en-CA" sz="2000" dirty="0"/>
              <a:t>Frontend</a:t>
            </a:r>
            <a:r>
              <a:rPr lang="en-US" sz="2000" dirty="0"/>
              <a:t>(</a:t>
            </a:r>
            <a:r>
              <a:rPr lang="en-US" sz="2000" dirty="0" err="1"/>
              <a:t>Vercel</a:t>
            </a:r>
            <a:r>
              <a:rPr lang="en-US" sz="2000" dirty="0"/>
              <a:t>)</a:t>
            </a:r>
            <a:r>
              <a:rPr lang="zh-CN" altLang="en-US" sz="2000" dirty="0"/>
              <a:t>：</a:t>
            </a:r>
            <a:r>
              <a:rPr lang="en-CA" altLang="zh-CN" sz="2000" dirty="0">
                <a:hlinkClick r:id="rId2"/>
              </a:rPr>
              <a:t>https://synthetic-indoor-layout-planner.vercel.app/</a:t>
            </a:r>
            <a:endParaRPr lang="en-CA" altLang="zh-CN" sz="2000" dirty="0"/>
          </a:p>
          <a:p>
            <a:r>
              <a:rPr lang="en-US" altLang="zh-CN" sz="2000" dirty="0"/>
              <a:t>Backend(Render)</a:t>
            </a:r>
            <a:r>
              <a:rPr lang="zh-CN" altLang="en-US" sz="2000" dirty="0"/>
              <a:t>：</a:t>
            </a:r>
            <a:r>
              <a:rPr lang="en-CA" altLang="zh-CN" sz="2000" dirty="0">
                <a:hlinkClick r:id="rId3"/>
              </a:rPr>
              <a:t>https://synthetic-indoor-layout-</a:t>
            </a:r>
            <a:r>
              <a:rPr lang="en-CA" altLang="zh-CN" sz="2000" dirty="0" err="1">
                <a:hlinkClick r:id="rId3"/>
              </a:rPr>
              <a:t>planner.onrender.com</a:t>
            </a:r>
            <a:r>
              <a:rPr lang="en-CA" altLang="zh-CN" sz="2000" dirty="0">
                <a:hlinkClick r:id="rId3"/>
              </a:rPr>
              <a:t>/</a:t>
            </a:r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E94C862D-34F3-4733-9CCC-AE5F74735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9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E101-1AF3-09C6-071D-E3B31344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1026190-6B62-46DB-B5FF-9E0FF9BD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DA0389-D66E-4727-8EFB-E60E6C41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693" y="870265"/>
            <a:ext cx="9662615" cy="1603018"/>
          </a:xfrm>
          <a:custGeom>
            <a:avLst/>
            <a:gdLst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4055448 w 9662615"/>
              <a:gd name="connsiteY72" fmla="*/ 1528913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86537 w 9662615"/>
              <a:gd name="connsiteY72" fmla="*/ 1523612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78036 w 9662615"/>
              <a:gd name="connsiteY92" fmla="*/ 1520645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89320 w 9662615"/>
              <a:gd name="connsiteY68" fmla="*/ 1534660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921303 w 9662615"/>
              <a:gd name="connsiteY56" fmla="*/ 1575379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082104 w 9662615"/>
              <a:gd name="connsiteY49" fmla="*/ 1547781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26564 w 9662615"/>
              <a:gd name="connsiteY53" fmla="*/ 1545376 h 1598136"/>
              <a:gd name="connsiteX54" fmla="*/ 4969433 w 9662615"/>
              <a:gd name="connsiteY54" fmla="*/ 1540263 h 1598136"/>
              <a:gd name="connsiteX55" fmla="*/ 4921303 w 9662615"/>
              <a:gd name="connsiteY55" fmla="*/ 1575379 h 1598136"/>
              <a:gd name="connsiteX56" fmla="*/ 4863775 w 9662615"/>
              <a:gd name="connsiteY56" fmla="*/ 1562633 h 1598136"/>
              <a:gd name="connsiteX57" fmla="*/ 4847242 w 9662615"/>
              <a:gd name="connsiteY57" fmla="*/ 1565435 h 1598136"/>
              <a:gd name="connsiteX58" fmla="*/ 4856839 w 9662615"/>
              <a:gd name="connsiteY58" fmla="*/ 1598136 h 1598136"/>
              <a:gd name="connsiteX59" fmla="*/ 4791466 w 9662615"/>
              <a:gd name="connsiteY59" fmla="*/ 1561324 h 1598136"/>
              <a:gd name="connsiteX60" fmla="*/ 4784247 w 9662615"/>
              <a:gd name="connsiteY60" fmla="*/ 1562342 h 1598136"/>
              <a:gd name="connsiteX61" fmla="*/ 4748477 w 9662615"/>
              <a:gd name="connsiteY61" fmla="*/ 1556925 h 1598136"/>
              <a:gd name="connsiteX62" fmla="*/ 4730033 w 9662615"/>
              <a:gd name="connsiteY62" fmla="*/ 1555274 h 1598136"/>
              <a:gd name="connsiteX63" fmla="*/ 4724747 w 9662615"/>
              <a:gd name="connsiteY63" fmla="*/ 1552439 h 1598136"/>
              <a:gd name="connsiteX64" fmla="*/ 4697562 w 9662615"/>
              <a:gd name="connsiteY64" fmla="*/ 1551206 h 1598136"/>
              <a:gd name="connsiteX65" fmla="*/ 4662664 w 9662615"/>
              <a:gd name="connsiteY65" fmla="*/ 1573162 h 1598136"/>
              <a:gd name="connsiteX66" fmla="*/ 4603028 w 9662615"/>
              <a:gd name="connsiteY66" fmla="*/ 1568821 h 1598136"/>
              <a:gd name="connsiteX67" fmla="*/ 4541612 w 9662615"/>
              <a:gd name="connsiteY67" fmla="*/ 1545262 h 1598136"/>
              <a:gd name="connsiteX68" fmla="*/ 4422155 w 9662615"/>
              <a:gd name="connsiteY68" fmla="*/ 1542059 h 1598136"/>
              <a:gd name="connsiteX69" fmla="*/ 4221826 w 9662615"/>
              <a:gd name="connsiteY69" fmla="*/ 1508923 h 1598136"/>
              <a:gd name="connsiteX70" fmla="*/ 4096601 w 9662615"/>
              <a:gd name="connsiteY70" fmla="*/ 1521563 h 1598136"/>
              <a:gd name="connsiteX71" fmla="*/ 3970635 w 9662615"/>
              <a:gd name="connsiteY71" fmla="*/ 1544815 h 1598136"/>
              <a:gd name="connsiteX72" fmla="*/ 3833906 w 9662615"/>
              <a:gd name="connsiteY72" fmla="*/ 1516637 h 1598136"/>
              <a:gd name="connsiteX73" fmla="*/ 3696258 w 9662615"/>
              <a:gd name="connsiteY73" fmla="*/ 1537563 h 1598136"/>
              <a:gd name="connsiteX74" fmla="*/ 3594070 w 9662615"/>
              <a:gd name="connsiteY74" fmla="*/ 1509422 h 1598136"/>
              <a:gd name="connsiteX75" fmla="*/ 3565233 w 9662615"/>
              <a:gd name="connsiteY75" fmla="*/ 1515122 h 1598136"/>
              <a:gd name="connsiteX76" fmla="*/ 3560267 w 9662615"/>
              <a:gd name="connsiteY76" fmla="*/ 1516288 h 1598136"/>
              <a:gd name="connsiteX77" fmla="*/ 3540258 w 9662615"/>
              <a:gd name="connsiteY77" fmla="*/ 1516976 h 1598136"/>
              <a:gd name="connsiteX78" fmla="*/ 3534780 w 9662615"/>
              <a:gd name="connsiteY78" fmla="*/ 1522141 h 1598136"/>
              <a:gd name="connsiteX79" fmla="*/ 3504783 w 9662615"/>
              <a:gd name="connsiteY79" fmla="*/ 1526739 h 1598136"/>
              <a:gd name="connsiteX80" fmla="*/ 3430805 w 9662615"/>
              <a:gd name="connsiteY80" fmla="*/ 1542521 h 1598136"/>
              <a:gd name="connsiteX81" fmla="*/ 3292707 w 9662615"/>
              <a:gd name="connsiteY81" fmla="*/ 1520490 h 1598136"/>
              <a:gd name="connsiteX82" fmla="*/ 3187872 w 9662615"/>
              <a:gd name="connsiteY82" fmla="*/ 1519991 h 1598136"/>
              <a:gd name="connsiteX83" fmla="*/ 3148026 w 9662615"/>
              <a:gd name="connsiteY83" fmla="*/ 1524777 h 1598136"/>
              <a:gd name="connsiteX84" fmla="*/ 3092394 w 9662615"/>
              <a:gd name="connsiteY84" fmla="*/ 1528115 h 1598136"/>
              <a:gd name="connsiteX85" fmla="*/ 2994200 w 9662615"/>
              <a:gd name="connsiteY85" fmla="*/ 1537857 h 1598136"/>
              <a:gd name="connsiteX86" fmla="*/ 2862301 w 9662615"/>
              <a:gd name="connsiteY86" fmla="*/ 1544250 h 1598136"/>
              <a:gd name="connsiteX87" fmla="*/ 2766335 w 9662615"/>
              <a:gd name="connsiteY87" fmla="*/ 1527662 h 1598136"/>
              <a:gd name="connsiteX88" fmla="*/ 2757836 w 9662615"/>
              <a:gd name="connsiteY88" fmla="*/ 1531371 h 1598136"/>
              <a:gd name="connsiteX89" fmla="*/ 2691555 w 9662615"/>
              <a:gd name="connsiteY89" fmla="*/ 1530283 h 1598136"/>
              <a:gd name="connsiteX90" fmla="*/ 2491676 w 9662615"/>
              <a:gd name="connsiteY90" fmla="*/ 1500859 h 1598136"/>
              <a:gd name="connsiteX91" fmla="*/ 2378036 w 9662615"/>
              <a:gd name="connsiteY91" fmla="*/ 1520645 h 1598136"/>
              <a:gd name="connsiteX92" fmla="*/ 2284269 w 9662615"/>
              <a:gd name="connsiteY92" fmla="*/ 1503068 h 1598136"/>
              <a:gd name="connsiteX93" fmla="*/ 2207104 w 9662615"/>
              <a:gd name="connsiteY93" fmla="*/ 1508888 h 1598136"/>
              <a:gd name="connsiteX94" fmla="*/ 2149226 w 9662615"/>
              <a:gd name="connsiteY94" fmla="*/ 1523409 h 1598136"/>
              <a:gd name="connsiteX95" fmla="*/ 2084783 w 9662615"/>
              <a:gd name="connsiteY95" fmla="*/ 1524245 h 1598136"/>
              <a:gd name="connsiteX96" fmla="*/ 2070075 w 9662615"/>
              <a:gd name="connsiteY96" fmla="*/ 1511285 h 1598136"/>
              <a:gd name="connsiteX97" fmla="*/ 2001057 w 9662615"/>
              <a:gd name="connsiteY97" fmla="*/ 1516449 h 1598136"/>
              <a:gd name="connsiteX98" fmla="*/ 1896330 w 9662615"/>
              <a:gd name="connsiteY98" fmla="*/ 1525725 h 1598136"/>
              <a:gd name="connsiteX99" fmla="*/ 1835994 w 9662615"/>
              <a:gd name="connsiteY99" fmla="*/ 1527678 h 1598136"/>
              <a:gd name="connsiteX100" fmla="*/ 1671119 w 9662615"/>
              <a:gd name="connsiteY100" fmla="*/ 1536701 h 1598136"/>
              <a:gd name="connsiteX101" fmla="*/ 1601337 w 9662615"/>
              <a:gd name="connsiteY101" fmla="*/ 1548552 h 1598136"/>
              <a:gd name="connsiteX102" fmla="*/ 1407755 w 9662615"/>
              <a:gd name="connsiteY102" fmla="*/ 1571444 h 1598136"/>
              <a:gd name="connsiteX103" fmla="*/ 1271994 w 9662615"/>
              <a:gd name="connsiteY103" fmla="*/ 1579471 h 1598136"/>
              <a:gd name="connsiteX104" fmla="*/ 1249226 w 9662615"/>
              <a:gd name="connsiteY104" fmla="*/ 1583140 h 1598136"/>
              <a:gd name="connsiteX105" fmla="*/ 1217719 w 9662615"/>
              <a:gd name="connsiteY105" fmla="*/ 1580863 h 1598136"/>
              <a:gd name="connsiteX106" fmla="*/ 1091432 w 9662615"/>
              <a:gd name="connsiteY106" fmla="*/ 1571003 h 1598136"/>
              <a:gd name="connsiteX107" fmla="*/ 992039 w 9662615"/>
              <a:gd name="connsiteY107" fmla="*/ 1556662 h 1598136"/>
              <a:gd name="connsiteX108" fmla="*/ 868264 w 9662615"/>
              <a:gd name="connsiteY108" fmla="*/ 1566392 h 1598136"/>
              <a:gd name="connsiteX109" fmla="*/ 792765 w 9662615"/>
              <a:gd name="connsiteY109" fmla="*/ 1563102 h 1598136"/>
              <a:gd name="connsiteX110" fmla="*/ 669055 w 9662615"/>
              <a:gd name="connsiteY110" fmla="*/ 1543638 h 1598136"/>
              <a:gd name="connsiteX111" fmla="*/ 506152 w 9662615"/>
              <a:gd name="connsiteY111" fmla="*/ 1549124 h 1598136"/>
              <a:gd name="connsiteX112" fmla="*/ 472797 w 9662615"/>
              <a:gd name="connsiteY112" fmla="*/ 1568904 h 1598136"/>
              <a:gd name="connsiteX113" fmla="*/ 427864 w 9662615"/>
              <a:gd name="connsiteY113" fmla="*/ 1580848 h 1598136"/>
              <a:gd name="connsiteX114" fmla="*/ 408381 w 9662615"/>
              <a:gd name="connsiteY114" fmla="*/ 1552940 h 1598136"/>
              <a:gd name="connsiteX115" fmla="*/ 267163 w 9662615"/>
              <a:gd name="connsiteY115" fmla="*/ 1531913 h 1598136"/>
              <a:gd name="connsiteX116" fmla="*/ 196644 w 9662615"/>
              <a:gd name="connsiteY116" fmla="*/ 1524565 h 1598136"/>
              <a:gd name="connsiteX117" fmla="*/ 86819 w 9662615"/>
              <a:gd name="connsiteY117" fmla="*/ 1519517 h 1598136"/>
              <a:gd name="connsiteX118" fmla="*/ 53369 w 9662615"/>
              <a:gd name="connsiteY118" fmla="*/ 1516853 h 1598136"/>
              <a:gd name="connsiteX119" fmla="*/ 2359 w 9662615"/>
              <a:gd name="connsiteY119" fmla="*/ 1515247 h 1598136"/>
              <a:gd name="connsiteX120" fmla="*/ 0 w 9662615"/>
              <a:gd name="connsiteY120" fmla="*/ 1514932 h 1598136"/>
              <a:gd name="connsiteX121" fmla="*/ 0 w 9662615"/>
              <a:gd name="connsiteY121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40263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50865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724747 w 9662615"/>
              <a:gd name="connsiteY62" fmla="*/ 1552439 h 1592835"/>
              <a:gd name="connsiteX63" fmla="*/ 4697562 w 9662615"/>
              <a:gd name="connsiteY63" fmla="*/ 1551206 h 1592835"/>
              <a:gd name="connsiteX64" fmla="*/ 4662664 w 9662615"/>
              <a:gd name="connsiteY64" fmla="*/ 1573162 h 1592835"/>
              <a:gd name="connsiteX65" fmla="*/ 4603028 w 9662615"/>
              <a:gd name="connsiteY65" fmla="*/ 1568821 h 1592835"/>
              <a:gd name="connsiteX66" fmla="*/ 4541612 w 9662615"/>
              <a:gd name="connsiteY66" fmla="*/ 1545262 h 1592835"/>
              <a:gd name="connsiteX67" fmla="*/ 4422155 w 9662615"/>
              <a:gd name="connsiteY67" fmla="*/ 1542059 h 1592835"/>
              <a:gd name="connsiteX68" fmla="*/ 4221826 w 9662615"/>
              <a:gd name="connsiteY68" fmla="*/ 1508923 h 1592835"/>
              <a:gd name="connsiteX69" fmla="*/ 4096601 w 9662615"/>
              <a:gd name="connsiteY69" fmla="*/ 1521563 h 1592835"/>
              <a:gd name="connsiteX70" fmla="*/ 3970635 w 9662615"/>
              <a:gd name="connsiteY70" fmla="*/ 1544815 h 1592835"/>
              <a:gd name="connsiteX71" fmla="*/ 3833906 w 9662615"/>
              <a:gd name="connsiteY71" fmla="*/ 1516637 h 1592835"/>
              <a:gd name="connsiteX72" fmla="*/ 3696258 w 9662615"/>
              <a:gd name="connsiteY72" fmla="*/ 1537563 h 1592835"/>
              <a:gd name="connsiteX73" fmla="*/ 3594070 w 9662615"/>
              <a:gd name="connsiteY73" fmla="*/ 1509422 h 1592835"/>
              <a:gd name="connsiteX74" fmla="*/ 3565233 w 9662615"/>
              <a:gd name="connsiteY74" fmla="*/ 1515122 h 1592835"/>
              <a:gd name="connsiteX75" fmla="*/ 3560267 w 9662615"/>
              <a:gd name="connsiteY75" fmla="*/ 1516288 h 1592835"/>
              <a:gd name="connsiteX76" fmla="*/ 3540258 w 9662615"/>
              <a:gd name="connsiteY76" fmla="*/ 1516976 h 1592835"/>
              <a:gd name="connsiteX77" fmla="*/ 3534780 w 9662615"/>
              <a:gd name="connsiteY77" fmla="*/ 1522141 h 1592835"/>
              <a:gd name="connsiteX78" fmla="*/ 3504783 w 9662615"/>
              <a:gd name="connsiteY78" fmla="*/ 1526739 h 1592835"/>
              <a:gd name="connsiteX79" fmla="*/ 3430805 w 9662615"/>
              <a:gd name="connsiteY79" fmla="*/ 1542521 h 1592835"/>
              <a:gd name="connsiteX80" fmla="*/ 3292707 w 9662615"/>
              <a:gd name="connsiteY80" fmla="*/ 1520490 h 1592835"/>
              <a:gd name="connsiteX81" fmla="*/ 3187872 w 9662615"/>
              <a:gd name="connsiteY81" fmla="*/ 1519991 h 1592835"/>
              <a:gd name="connsiteX82" fmla="*/ 3148026 w 9662615"/>
              <a:gd name="connsiteY82" fmla="*/ 1524777 h 1592835"/>
              <a:gd name="connsiteX83" fmla="*/ 3092394 w 9662615"/>
              <a:gd name="connsiteY83" fmla="*/ 1528115 h 1592835"/>
              <a:gd name="connsiteX84" fmla="*/ 2994200 w 9662615"/>
              <a:gd name="connsiteY84" fmla="*/ 1537857 h 1592835"/>
              <a:gd name="connsiteX85" fmla="*/ 2862301 w 9662615"/>
              <a:gd name="connsiteY85" fmla="*/ 1544250 h 1592835"/>
              <a:gd name="connsiteX86" fmla="*/ 2766335 w 9662615"/>
              <a:gd name="connsiteY86" fmla="*/ 1527662 h 1592835"/>
              <a:gd name="connsiteX87" fmla="*/ 2757836 w 9662615"/>
              <a:gd name="connsiteY87" fmla="*/ 1531371 h 1592835"/>
              <a:gd name="connsiteX88" fmla="*/ 2691555 w 9662615"/>
              <a:gd name="connsiteY88" fmla="*/ 1530283 h 1592835"/>
              <a:gd name="connsiteX89" fmla="*/ 2491676 w 9662615"/>
              <a:gd name="connsiteY89" fmla="*/ 1500859 h 1592835"/>
              <a:gd name="connsiteX90" fmla="*/ 2378036 w 9662615"/>
              <a:gd name="connsiteY90" fmla="*/ 1520645 h 1592835"/>
              <a:gd name="connsiteX91" fmla="*/ 2284269 w 9662615"/>
              <a:gd name="connsiteY91" fmla="*/ 1503068 h 1592835"/>
              <a:gd name="connsiteX92" fmla="*/ 2207104 w 9662615"/>
              <a:gd name="connsiteY92" fmla="*/ 1508888 h 1592835"/>
              <a:gd name="connsiteX93" fmla="*/ 2149226 w 9662615"/>
              <a:gd name="connsiteY93" fmla="*/ 1523409 h 1592835"/>
              <a:gd name="connsiteX94" fmla="*/ 2084783 w 9662615"/>
              <a:gd name="connsiteY94" fmla="*/ 1524245 h 1592835"/>
              <a:gd name="connsiteX95" fmla="*/ 2070075 w 9662615"/>
              <a:gd name="connsiteY95" fmla="*/ 1511285 h 1592835"/>
              <a:gd name="connsiteX96" fmla="*/ 2001057 w 9662615"/>
              <a:gd name="connsiteY96" fmla="*/ 1516449 h 1592835"/>
              <a:gd name="connsiteX97" fmla="*/ 1896330 w 9662615"/>
              <a:gd name="connsiteY97" fmla="*/ 1525725 h 1592835"/>
              <a:gd name="connsiteX98" fmla="*/ 1835994 w 9662615"/>
              <a:gd name="connsiteY98" fmla="*/ 1527678 h 1592835"/>
              <a:gd name="connsiteX99" fmla="*/ 1671119 w 9662615"/>
              <a:gd name="connsiteY99" fmla="*/ 1536701 h 1592835"/>
              <a:gd name="connsiteX100" fmla="*/ 1601337 w 9662615"/>
              <a:gd name="connsiteY100" fmla="*/ 1548552 h 1592835"/>
              <a:gd name="connsiteX101" fmla="*/ 1407755 w 9662615"/>
              <a:gd name="connsiteY101" fmla="*/ 1571444 h 1592835"/>
              <a:gd name="connsiteX102" fmla="*/ 1271994 w 9662615"/>
              <a:gd name="connsiteY102" fmla="*/ 1579471 h 1592835"/>
              <a:gd name="connsiteX103" fmla="*/ 1249226 w 9662615"/>
              <a:gd name="connsiteY103" fmla="*/ 1583140 h 1592835"/>
              <a:gd name="connsiteX104" fmla="*/ 1217719 w 9662615"/>
              <a:gd name="connsiteY104" fmla="*/ 1580863 h 1592835"/>
              <a:gd name="connsiteX105" fmla="*/ 1091432 w 9662615"/>
              <a:gd name="connsiteY105" fmla="*/ 1571003 h 1592835"/>
              <a:gd name="connsiteX106" fmla="*/ 992039 w 9662615"/>
              <a:gd name="connsiteY106" fmla="*/ 1556662 h 1592835"/>
              <a:gd name="connsiteX107" fmla="*/ 868264 w 9662615"/>
              <a:gd name="connsiteY107" fmla="*/ 1566392 h 1592835"/>
              <a:gd name="connsiteX108" fmla="*/ 792765 w 9662615"/>
              <a:gd name="connsiteY108" fmla="*/ 1563102 h 1592835"/>
              <a:gd name="connsiteX109" fmla="*/ 669055 w 9662615"/>
              <a:gd name="connsiteY109" fmla="*/ 1543638 h 1592835"/>
              <a:gd name="connsiteX110" fmla="*/ 506152 w 9662615"/>
              <a:gd name="connsiteY110" fmla="*/ 1549124 h 1592835"/>
              <a:gd name="connsiteX111" fmla="*/ 472797 w 9662615"/>
              <a:gd name="connsiteY111" fmla="*/ 1568904 h 1592835"/>
              <a:gd name="connsiteX112" fmla="*/ 427864 w 9662615"/>
              <a:gd name="connsiteY112" fmla="*/ 1580848 h 1592835"/>
              <a:gd name="connsiteX113" fmla="*/ 408381 w 9662615"/>
              <a:gd name="connsiteY113" fmla="*/ 1552940 h 1592835"/>
              <a:gd name="connsiteX114" fmla="*/ 267163 w 9662615"/>
              <a:gd name="connsiteY114" fmla="*/ 1531913 h 1592835"/>
              <a:gd name="connsiteX115" fmla="*/ 196644 w 9662615"/>
              <a:gd name="connsiteY115" fmla="*/ 1524565 h 1592835"/>
              <a:gd name="connsiteX116" fmla="*/ 86819 w 9662615"/>
              <a:gd name="connsiteY116" fmla="*/ 1519517 h 1592835"/>
              <a:gd name="connsiteX117" fmla="*/ 53369 w 9662615"/>
              <a:gd name="connsiteY117" fmla="*/ 1516853 h 1592835"/>
              <a:gd name="connsiteX118" fmla="*/ 2359 w 9662615"/>
              <a:gd name="connsiteY118" fmla="*/ 1515247 h 1592835"/>
              <a:gd name="connsiteX119" fmla="*/ 0 w 9662615"/>
              <a:gd name="connsiteY119" fmla="*/ 1514932 h 1592835"/>
              <a:gd name="connsiteX120" fmla="*/ 0 w 9662615"/>
              <a:gd name="connsiteY120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697562 w 9662615"/>
              <a:gd name="connsiteY62" fmla="*/ 1551206 h 1592835"/>
              <a:gd name="connsiteX63" fmla="*/ 4662664 w 9662615"/>
              <a:gd name="connsiteY63" fmla="*/ 1573162 h 1592835"/>
              <a:gd name="connsiteX64" fmla="*/ 4603028 w 9662615"/>
              <a:gd name="connsiteY64" fmla="*/ 1568821 h 1592835"/>
              <a:gd name="connsiteX65" fmla="*/ 4541612 w 9662615"/>
              <a:gd name="connsiteY65" fmla="*/ 1545262 h 1592835"/>
              <a:gd name="connsiteX66" fmla="*/ 4422155 w 9662615"/>
              <a:gd name="connsiteY66" fmla="*/ 1542059 h 1592835"/>
              <a:gd name="connsiteX67" fmla="*/ 4221826 w 9662615"/>
              <a:gd name="connsiteY67" fmla="*/ 1508923 h 1592835"/>
              <a:gd name="connsiteX68" fmla="*/ 4096601 w 9662615"/>
              <a:gd name="connsiteY68" fmla="*/ 1521563 h 1592835"/>
              <a:gd name="connsiteX69" fmla="*/ 3970635 w 9662615"/>
              <a:gd name="connsiteY69" fmla="*/ 1544815 h 1592835"/>
              <a:gd name="connsiteX70" fmla="*/ 3833906 w 9662615"/>
              <a:gd name="connsiteY70" fmla="*/ 1516637 h 1592835"/>
              <a:gd name="connsiteX71" fmla="*/ 3696258 w 9662615"/>
              <a:gd name="connsiteY71" fmla="*/ 1537563 h 1592835"/>
              <a:gd name="connsiteX72" fmla="*/ 3594070 w 9662615"/>
              <a:gd name="connsiteY72" fmla="*/ 1509422 h 1592835"/>
              <a:gd name="connsiteX73" fmla="*/ 3565233 w 9662615"/>
              <a:gd name="connsiteY73" fmla="*/ 1515122 h 1592835"/>
              <a:gd name="connsiteX74" fmla="*/ 3560267 w 9662615"/>
              <a:gd name="connsiteY74" fmla="*/ 1516288 h 1592835"/>
              <a:gd name="connsiteX75" fmla="*/ 3540258 w 9662615"/>
              <a:gd name="connsiteY75" fmla="*/ 1516976 h 1592835"/>
              <a:gd name="connsiteX76" fmla="*/ 3534780 w 9662615"/>
              <a:gd name="connsiteY76" fmla="*/ 1522141 h 1592835"/>
              <a:gd name="connsiteX77" fmla="*/ 3504783 w 9662615"/>
              <a:gd name="connsiteY77" fmla="*/ 1526739 h 1592835"/>
              <a:gd name="connsiteX78" fmla="*/ 3430805 w 9662615"/>
              <a:gd name="connsiteY78" fmla="*/ 1542521 h 1592835"/>
              <a:gd name="connsiteX79" fmla="*/ 3292707 w 9662615"/>
              <a:gd name="connsiteY79" fmla="*/ 1520490 h 1592835"/>
              <a:gd name="connsiteX80" fmla="*/ 3187872 w 9662615"/>
              <a:gd name="connsiteY80" fmla="*/ 1519991 h 1592835"/>
              <a:gd name="connsiteX81" fmla="*/ 3148026 w 9662615"/>
              <a:gd name="connsiteY81" fmla="*/ 1524777 h 1592835"/>
              <a:gd name="connsiteX82" fmla="*/ 3092394 w 9662615"/>
              <a:gd name="connsiteY82" fmla="*/ 1528115 h 1592835"/>
              <a:gd name="connsiteX83" fmla="*/ 2994200 w 9662615"/>
              <a:gd name="connsiteY83" fmla="*/ 1537857 h 1592835"/>
              <a:gd name="connsiteX84" fmla="*/ 2862301 w 9662615"/>
              <a:gd name="connsiteY84" fmla="*/ 1544250 h 1592835"/>
              <a:gd name="connsiteX85" fmla="*/ 2766335 w 9662615"/>
              <a:gd name="connsiteY85" fmla="*/ 1527662 h 1592835"/>
              <a:gd name="connsiteX86" fmla="*/ 2757836 w 9662615"/>
              <a:gd name="connsiteY86" fmla="*/ 1531371 h 1592835"/>
              <a:gd name="connsiteX87" fmla="*/ 2691555 w 9662615"/>
              <a:gd name="connsiteY87" fmla="*/ 1530283 h 1592835"/>
              <a:gd name="connsiteX88" fmla="*/ 2491676 w 9662615"/>
              <a:gd name="connsiteY88" fmla="*/ 1500859 h 1592835"/>
              <a:gd name="connsiteX89" fmla="*/ 2378036 w 9662615"/>
              <a:gd name="connsiteY89" fmla="*/ 1520645 h 1592835"/>
              <a:gd name="connsiteX90" fmla="*/ 2284269 w 9662615"/>
              <a:gd name="connsiteY90" fmla="*/ 1503068 h 1592835"/>
              <a:gd name="connsiteX91" fmla="*/ 2207104 w 9662615"/>
              <a:gd name="connsiteY91" fmla="*/ 1508888 h 1592835"/>
              <a:gd name="connsiteX92" fmla="*/ 2149226 w 9662615"/>
              <a:gd name="connsiteY92" fmla="*/ 1523409 h 1592835"/>
              <a:gd name="connsiteX93" fmla="*/ 2084783 w 9662615"/>
              <a:gd name="connsiteY93" fmla="*/ 1524245 h 1592835"/>
              <a:gd name="connsiteX94" fmla="*/ 2070075 w 9662615"/>
              <a:gd name="connsiteY94" fmla="*/ 1511285 h 1592835"/>
              <a:gd name="connsiteX95" fmla="*/ 2001057 w 9662615"/>
              <a:gd name="connsiteY95" fmla="*/ 1516449 h 1592835"/>
              <a:gd name="connsiteX96" fmla="*/ 1896330 w 9662615"/>
              <a:gd name="connsiteY96" fmla="*/ 1525725 h 1592835"/>
              <a:gd name="connsiteX97" fmla="*/ 1835994 w 9662615"/>
              <a:gd name="connsiteY97" fmla="*/ 1527678 h 1592835"/>
              <a:gd name="connsiteX98" fmla="*/ 1671119 w 9662615"/>
              <a:gd name="connsiteY98" fmla="*/ 1536701 h 1592835"/>
              <a:gd name="connsiteX99" fmla="*/ 1601337 w 9662615"/>
              <a:gd name="connsiteY99" fmla="*/ 1548552 h 1592835"/>
              <a:gd name="connsiteX100" fmla="*/ 1407755 w 9662615"/>
              <a:gd name="connsiteY100" fmla="*/ 1571444 h 1592835"/>
              <a:gd name="connsiteX101" fmla="*/ 1271994 w 9662615"/>
              <a:gd name="connsiteY101" fmla="*/ 1579471 h 1592835"/>
              <a:gd name="connsiteX102" fmla="*/ 1249226 w 9662615"/>
              <a:gd name="connsiteY102" fmla="*/ 1583140 h 1592835"/>
              <a:gd name="connsiteX103" fmla="*/ 1217719 w 9662615"/>
              <a:gd name="connsiteY103" fmla="*/ 1580863 h 1592835"/>
              <a:gd name="connsiteX104" fmla="*/ 1091432 w 9662615"/>
              <a:gd name="connsiteY104" fmla="*/ 1571003 h 1592835"/>
              <a:gd name="connsiteX105" fmla="*/ 992039 w 9662615"/>
              <a:gd name="connsiteY105" fmla="*/ 1556662 h 1592835"/>
              <a:gd name="connsiteX106" fmla="*/ 868264 w 9662615"/>
              <a:gd name="connsiteY106" fmla="*/ 1566392 h 1592835"/>
              <a:gd name="connsiteX107" fmla="*/ 792765 w 9662615"/>
              <a:gd name="connsiteY107" fmla="*/ 1563102 h 1592835"/>
              <a:gd name="connsiteX108" fmla="*/ 669055 w 9662615"/>
              <a:gd name="connsiteY108" fmla="*/ 1543638 h 1592835"/>
              <a:gd name="connsiteX109" fmla="*/ 506152 w 9662615"/>
              <a:gd name="connsiteY109" fmla="*/ 1549124 h 1592835"/>
              <a:gd name="connsiteX110" fmla="*/ 472797 w 9662615"/>
              <a:gd name="connsiteY110" fmla="*/ 1568904 h 1592835"/>
              <a:gd name="connsiteX111" fmla="*/ 427864 w 9662615"/>
              <a:gd name="connsiteY111" fmla="*/ 1580848 h 1592835"/>
              <a:gd name="connsiteX112" fmla="*/ 408381 w 9662615"/>
              <a:gd name="connsiteY112" fmla="*/ 1552940 h 1592835"/>
              <a:gd name="connsiteX113" fmla="*/ 267163 w 9662615"/>
              <a:gd name="connsiteY113" fmla="*/ 1531913 h 1592835"/>
              <a:gd name="connsiteX114" fmla="*/ 196644 w 9662615"/>
              <a:gd name="connsiteY114" fmla="*/ 1524565 h 1592835"/>
              <a:gd name="connsiteX115" fmla="*/ 86819 w 9662615"/>
              <a:gd name="connsiteY115" fmla="*/ 1519517 h 1592835"/>
              <a:gd name="connsiteX116" fmla="*/ 53369 w 9662615"/>
              <a:gd name="connsiteY116" fmla="*/ 1516853 h 1592835"/>
              <a:gd name="connsiteX117" fmla="*/ 2359 w 9662615"/>
              <a:gd name="connsiteY117" fmla="*/ 1515247 h 1592835"/>
              <a:gd name="connsiteX118" fmla="*/ 0 w 9662615"/>
              <a:gd name="connsiteY118" fmla="*/ 1514932 h 1592835"/>
              <a:gd name="connsiteX119" fmla="*/ 0 w 9662615"/>
              <a:gd name="connsiteY119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0033 w 9662615"/>
              <a:gd name="connsiteY60" fmla="*/ 1555274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5334 w 9662615"/>
              <a:gd name="connsiteY60" fmla="*/ 1581778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565435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21094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21094"/>
              <a:gd name="connsiteX1" fmla="*/ 9662615 w 9662615"/>
              <a:gd name="connsiteY1" fmla="*/ 0 h 1621094"/>
              <a:gd name="connsiteX2" fmla="*/ 9662615 w 9662615"/>
              <a:gd name="connsiteY2" fmla="*/ 1280346 h 1621094"/>
              <a:gd name="connsiteX3" fmla="*/ 9658420 w 9662615"/>
              <a:gd name="connsiteY3" fmla="*/ 1280106 h 1621094"/>
              <a:gd name="connsiteX4" fmla="*/ 9469546 w 9662615"/>
              <a:gd name="connsiteY4" fmla="*/ 1289837 h 1621094"/>
              <a:gd name="connsiteX5" fmla="*/ 9385895 w 9662615"/>
              <a:gd name="connsiteY5" fmla="*/ 1269203 h 1621094"/>
              <a:gd name="connsiteX6" fmla="*/ 9144767 w 9662615"/>
              <a:gd name="connsiteY6" fmla="*/ 1264120 h 1621094"/>
              <a:gd name="connsiteX7" fmla="*/ 8837252 w 9662615"/>
              <a:gd name="connsiteY7" fmla="*/ 1350515 h 1621094"/>
              <a:gd name="connsiteX8" fmla="*/ 8705466 w 9662615"/>
              <a:gd name="connsiteY8" fmla="*/ 1342419 h 1621094"/>
              <a:gd name="connsiteX9" fmla="*/ 8652221 w 9662615"/>
              <a:gd name="connsiteY9" fmla="*/ 1326906 h 1621094"/>
              <a:gd name="connsiteX10" fmla="*/ 8632312 w 9662615"/>
              <a:gd name="connsiteY10" fmla="*/ 1326025 h 1621094"/>
              <a:gd name="connsiteX11" fmla="*/ 8591582 w 9662615"/>
              <a:gd name="connsiteY11" fmla="*/ 1341666 h 1621094"/>
              <a:gd name="connsiteX12" fmla="*/ 8537336 w 9662615"/>
              <a:gd name="connsiteY12" fmla="*/ 1341684 h 1621094"/>
              <a:gd name="connsiteX13" fmla="*/ 8472508 w 9662615"/>
              <a:gd name="connsiteY13" fmla="*/ 1363109 h 1621094"/>
              <a:gd name="connsiteX14" fmla="*/ 8258477 w 9662615"/>
              <a:gd name="connsiteY14" fmla="*/ 1370666 h 1621094"/>
              <a:gd name="connsiteX15" fmla="*/ 8197961 w 9662615"/>
              <a:gd name="connsiteY15" fmla="*/ 1392804 h 1621094"/>
              <a:gd name="connsiteX16" fmla="*/ 8171196 w 9662615"/>
              <a:gd name="connsiteY16" fmla="*/ 1397216 h 1621094"/>
              <a:gd name="connsiteX17" fmla="*/ 8127667 w 9662615"/>
              <a:gd name="connsiteY17" fmla="*/ 1418254 h 1621094"/>
              <a:gd name="connsiteX18" fmla="*/ 7974579 w 9662615"/>
              <a:gd name="connsiteY18" fmla="*/ 1383439 h 1621094"/>
              <a:gd name="connsiteX19" fmla="*/ 7768351 w 9662615"/>
              <a:gd name="connsiteY19" fmla="*/ 1395051 h 1621094"/>
              <a:gd name="connsiteX20" fmla="*/ 7635985 w 9662615"/>
              <a:gd name="connsiteY20" fmla="*/ 1386363 h 1621094"/>
              <a:gd name="connsiteX21" fmla="*/ 7466069 w 9662615"/>
              <a:gd name="connsiteY21" fmla="*/ 1377654 h 1621094"/>
              <a:gd name="connsiteX22" fmla="*/ 7355642 w 9662615"/>
              <a:gd name="connsiteY22" fmla="*/ 1407761 h 1621094"/>
              <a:gd name="connsiteX23" fmla="*/ 7151610 w 9662615"/>
              <a:gd name="connsiteY23" fmla="*/ 1397856 h 1621094"/>
              <a:gd name="connsiteX24" fmla="*/ 7082147 w 9662615"/>
              <a:gd name="connsiteY24" fmla="*/ 1406113 h 1621094"/>
              <a:gd name="connsiteX25" fmla="*/ 7014958 w 9662615"/>
              <a:gd name="connsiteY25" fmla="*/ 1396883 h 1621094"/>
              <a:gd name="connsiteX26" fmla="*/ 6907567 w 9662615"/>
              <a:gd name="connsiteY26" fmla="*/ 1419149 h 1621094"/>
              <a:gd name="connsiteX27" fmla="*/ 6748428 w 9662615"/>
              <a:gd name="connsiteY27" fmla="*/ 1420308 h 1621094"/>
              <a:gd name="connsiteX28" fmla="*/ 6654257 w 9662615"/>
              <a:gd name="connsiteY28" fmla="*/ 1424143 h 1621094"/>
              <a:gd name="connsiteX29" fmla="*/ 6620123 w 9662615"/>
              <a:gd name="connsiteY29" fmla="*/ 1430535 h 1621094"/>
              <a:gd name="connsiteX30" fmla="*/ 6571355 w 9662615"/>
              <a:gd name="connsiteY30" fmla="*/ 1436144 h 1621094"/>
              <a:gd name="connsiteX31" fmla="*/ 6486557 w 9662615"/>
              <a:gd name="connsiteY31" fmla="*/ 1449861 h 1621094"/>
              <a:gd name="connsiteX32" fmla="*/ 6370419 w 9662615"/>
              <a:gd name="connsiteY32" fmla="*/ 1461649 h 1621094"/>
              <a:gd name="connsiteX33" fmla="*/ 6278839 w 9662615"/>
              <a:gd name="connsiteY33" fmla="*/ 1449160 h 1621094"/>
              <a:gd name="connsiteX34" fmla="*/ 6272455 w 9662615"/>
              <a:gd name="connsiteY34" fmla="*/ 1453191 h 1621094"/>
              <a:gd name="connsiteX35" fmla="*/ 6212659 w 9662615"/>
              <a:gd name="connsiteY35" fmla="*/ 1454850 h 1621094"/>
              <a:gd name="connsiteX36" fmla="*/ 6069317 w 9662615"/>
              <a:gd name="connsiteY36" fmla="*/ 1445838 h 1621094"/>
              <a:gd name="connsiteX37" fmla="*/ 5878477 w 9662615"/>
              <a:gd name="connsiteY37" fmla="*/ 1439180 h 1621094"/>
              <a:gd name="connsiteX38" fmla="*/ 5838387 w 9662615"/>
              <a:gd name="connsiteY38" fmla="*/ 1444679 h 1621094"/>
              <a:gd name="connsiteX39" fmla="*/ 5771136 w 9662615"/>
              <a:gd name="connsiteY39" fmla="*/ 1453639 h 1621094"/>
              <a:gd name="connsiteX40" fmla="*/ 5724081 w 9662615"/>
              <a:gd name="connsiteY40" fmla="*/ 1470431 h 1621094"/>
              <a:gd name="connsiteX41" fmla="*/ 5666577 w 9662615"/>
              <a:gd name="connsiteY41" fmla="*/ 1473921 h 1621094"/>
              <a:gd name="connsiteX42" fmla="*/ 5649068 w 9662615"/>
              <a:gd name="connsiteY42" fmla="*/ 1461676 h 1621094"/>
              <a:gd name="connsiteX43" fmla="*/ 5588902 w 9662615"/>
              <a:gd name="connsiteY43" fmla="*/ 1469647 h 1621094"/>
              <a:gd name="connsiteX44" fmla="*/ 5498090 w 9662615"/>
              <a:gd name="connsiteY44" fmla="*/ 1483173 h 1621094"/>
              <a:gd name="connsiteX45" fmla="*/ 5444641 w 9662615"/>
              <a:gd name="connsiteY45" fmla="*/ 1487602 h 1621094"/>
              <a:gd name="connsiteX46" fmla="*/ 5299812 w 9662615"/>
              <a:gd name="connsiteY46" fmla="*/ 1503362 h 1621094"/>
              <a:gd name="connsiteX47" fmla="*/ 5213947 w 9662615"/>
              <a:gd name="connsiteY47" fmla="*/ 1516637 h 1621094"/>
              <a:gd name="connsiteX48" fmla="*/ 5090342 w 9662615"/>
              <a:gd name="connsiteY48" fmla="*/ 1546680 h 1621094"/>
              <a:gd name="connsiteX49" fmla="*/ 5129812 w 9662615"/>
              <a:gd name="connsiteY49" fmla="*/ 1521277 h 1621094"/>
              <a:gd name="connsiteX50" fmla="*/ 5059484 w 9662615"/>
              <a:gd name="connsiteY50" fmla="*/ 1546802 h 1621094"/>
              <a:gd name="connsiteX51" fmla="*/ 5038524 w 9662615"/>
              <a:gd name="connsiteY51" fmla="*/ 1545675 h 1621094"/>
              <a:gd name="connsiteX52" fmla="*/ 5026564 w 9662615"/>
              <a:gd name="connsiteY52" fmla="*/ 1545376 h 1621094"/>
              <a:gd name="connsiteX53" fmla="*/ 4969433 w 9662615"/>
              <a:gd name="connsiteY53" fmla="*/ 1550865 h 1621094"/>
              <a:gd name="connsiteX54" fmla="*/ 4921303 w 9662615"/>
              <a:gd name="connsiteY54" fmla="*/ 1575379 h 1621094"/>
              <a:gd name="connsiteX55" fmla="*/ 4871726 w 9662615"/>
              <a:gd name="connsiteY55" fmla="*/ 1570584 h 1621094"/>
              <a:gd name="connsiteX56" fmla="*/ 4847242 w 9662615"/>
              <a:gd name="connsiteY56" fmla="*/ 1621094 h 1621094"/>
              <a:gd name="connsiteX57" fmla="*/ 4821058 w 9662615"/>
              <a:gd name="connsiteY57" fmla="*/ 1553078 h 1621094"/>
              <a:gd name="connsiteX58" fmla="*/ 4791466 w 9662615"/>
              <a:gd name="connsiteY58" fmla="*/ 1561324 h 1621094"/>
              <a:gd name="connsiteX59" fmla="*/ 4784247 w 9662615"/>
              <a:gd name="connsiteY59" fmla="*/ 1562342 h 1621094"/>
              <a:gd name="connsiteX60" fmla="*/ 4735334 w 9662615"/>
              <a:gd name="connsiteY60" fmla="*/ 1581778 h 1621094"/>
              <a:gd name="connsiteX61" fmla="*/ 4697562 w 9662615"/>
              <a:gd name="connsiteY61" fmla="*/ 1551206 h 1621094"/>
              <a:gd name="connsiteX62" fmla="*/ 4662664 w 9662615"/>
              <a:gd name="connsiteY62" fmla="*/ 1573162 h 1621094"/>
              <a:gd name="connsiteX63" fmla="*/ 4603028 w 9662615"/>
              <a:gd name="connsiteY63" fmla="*/ 1568821 h 1621094"/>
              <a:gd name="connsiteX64" fmla="*/ 4541612 w 9662615"/>
              <a:gd name="connsiteY64" fmla="*/ 1545262 h 1621094"/>
              <a:gd name="connsiteX65" fmla="*/ 4422155 w 9662615"/>
              <a:gd name="connsiteY65" fmla="*/ 1542059 h 1621094"/>
              <a:gd name="connsiteX66" fmla="*/ 4221826 w 9662615"/>
              <a:gd name="connsiteY66" fmla="*/ 1508923 h 1621094"/>
              <a:gd name="connsiteX67" fmla="*/ 4096601 w 9662615"/>
              <a:gd name="connsiteY67" fmla="*/ 1521563 h 1621094"/>
              <a:gd name="connsiteX68" fmla="*/ 3970635 w 9662615"/>
              <a:gd name="connsiteY68" fmla="*/ 1544815 h 1621094"/>
              <a:gd name="connsiteX69" fmla="*/ 3833906 w 9662615"/>
              <a:gd name="connsiteY69" fmla="*/ 1516637 h 1621094"/>
              <a:gd name="connsiteX70" fmla="*/ 3696258 w 9662615"/>
              <a:gd name="connsiteY70" fmla="*/ 1537563 h 1621094"/>
              <a:gd name="connsiteX71" fmla="*/ 3594070 w 9662615"/>
              <a:gd name="connsiteY71" fmla="*/ 1509422 h 1621094"/>
              <a:gd name="connsiteX72" fmla="*/ 3565233 w 9662615"/>
              <a:gd name="connsiteY72" fmla="*/ 1515122 h 1621094"/>
              <a:gd name="connsiteX73" fmla="*/ 3560267 w 9662615"/>
              <a:gd name="connsiteY73" fmla="*/ 1516288 h 1621094"/>
              <a:gd name="connsiteX74" fmla="*/ 3540258 w 9662615"/>
              <a:gd name="connsiteY74" fmla="*/ 1516976 h 1621094"/>
              <a:gd name="connsiteX75" fmla="*/ 3534780 w 9662615"/>
              <a:gd name="connsiteY75" fmla="*/ 1522141 h 1621094"/>
              <a:gd name="connsiteX76" fmla="*/ 3504783 w 9662615"/>
              <a:gd name="connsiteY76" fmla="*/ 1526739 h 1621094"/>
              <a:gd name="connsiteX77" fmla="*/ 3430805 w 9662615"/>
              <a:gd name="connsiteY77" fmla="*/ 1542521 h 1621094"/>
              <a:gd name="connsiteX78" fmla="*/ 3292707 w 9662615"/>
              <a:gd name="connsiteY78" fmla="*/ 1520490 h 1621094"/>
              <a:gd name="connsiteX79" fmla="*/ 3187872 w 9662615"/>
              <a:gd name="connsiteY79" fmla="*/ 1519991 h 1621094"/>
              <a:gd name="connsiteX80" fmla="*/ 3148026 w 9662615"/>
              <a:gd name="connsiteY80" fmla="*/ 1524777 h 1621094"/>
              <a:gd name="connsiteX81" fmla="*/ 3092394 w 9662615"/>
              <a:gd name="connsiteY81" fmla="*/ 1528115 h 1621094"/>
              <a:gd name="connsiteX82" fmla="*/ 2994200 w 9662615"/>
              <a:gd name="connsiteY82" fmla="*/ 1537857 h 1621094"/>
              <a:gd name="connsiteX83" fmla="*/ 2862301 w 9662615"/>
              <a:gd name="connsiteY83" fmla="*/ 1544250 h 1621094"/>
              <a:gd name="connsiteX84" fmla="*/ 2766335 w 9662615"/>
              <a:gd name="connsiteY84" fmla="*/ 1527662 h 1621094"/>
              <a:gd name="connsiteX85" fmla="*/ 2757836 w 9662615"/>
              <a:gd name="connsiteY85" fmla="*/ 1531371 h 1621094"/>
              <a:gd name="connsiteX86" fmla="*/ 2691555 w 9662615"/>
              <a:gd name="connsiteY86" fmla="*/ 1530283 h 1621094"/>
              <a:gd name="connsiteX87" fmla="*/ 2491676 w 9662615"/>
              <a:gd name="connsiteY87" fmla="*/ 1500859 h 1621094"/>
              <a:gd name="connsiteX88" fmla="*/ 2378036 w 9662615"/>
              <a:gd name="connsiteY88" fmla="*/ 1520645 h 1621094"/>
              <a:gd name="connsiteX89" fmla="*/ 2284269 w 9662615"/>
              <a:gd name="connsiteY89" fmla="*/ 1503068 h 1621094"/>
              <a:gd name="connsiteX90" fmla="*/ 2207104 w 9662615"/>
              <a:gd name="connsiteY90" fmla="*/ 1508888 h 1621094"/>
              <a:gd name="connsiteX91" fmla="*/ 2149226 w 9662615"/>
              <a:gd name="connsiteY91" fmla="*/ 1523409 h 1621094"/>
              <a:gd name="connsiteX92" fmla="*/ 2084783 w 9662615"/>
              <a:gd name="connsiteY92" fmla="*/ 1524245 h 1621094"/>
              <a:gd name="connsiteX93" fmla="*/ 2070075 w 9662615"/>
              <a:gd name="connsiteY93" fmla="*/ 1511285 h 1621094"/>
              <a:gd name="connsiteX94" fmla="*/ 2001057 w 9662615"/>
              <a:gd name="connsiteY94" fmla="*/ 1516449 h 1621094"/>
              <a:gd name="connsiteX95" fmla="*/ 1896330 w 9662615"/>
              <a:gd name="connsiteY95" fmla="*/ 1525725 h 1621094"/>
              <a:gd name="connsiteX96" fmla="*/ 1835994 w 9662615"/>
              <a:gd name="connsiteY96" fmla="*/ 1527678 h 1621094"/>
              <a:gd name="connsiteX97" fmla="*/ 1671119 w 9662615"/>
              <a:gd name="connsiteY97" fmla="*/ 1536701 h 1621094"/>
              <a:gd name="connsiteX98" fmla="*/ 1601337 w 9662615"/>
              <a:gd name="connsiteY98" fmla="*/ 1548552 h 1621094"/>
              <a:gd name="connsiteX99" fmla="*/ 1407755 w 9662615"/>
              <a:gd name="connsiteY99" fmla="*/ 1571444 h 1621094"/>
              <a:gd name="connsiteX100" fmla="*/ 1271994 w 9662615"/>
              <a:gd name="connsiteY100" fmla="*/ 1579471 h 1621094"/>
              <a:gd name="connsiteX101" fmla="*/ 1249226 w 9662615"/>
              <a:gd name="connsiteY101" fmla="*/ 1583140 h 1621094"/>
              <a:gd name="connsiteX102" fmla="*/ 1217719 w 9662615"/>
              <a:gd name="connsiteY102" fmla="*/ 1580863 h 1621094"/>
              <a:gd name="connsiteX103" fmla="*/ 1091432 w 9662615"/>
              <a:gd name="connsiteY103" fmla="*/ 1571003 h 1621094"/>
              <a:gd name="connsiteX104" fmla="*/ 992039 w 9662615"/>
              <a:gd name="connsiteY104" fmla="*/ 1556662 h 1621094"/>
              <a:gd name="connsiteX105" fmla="*/ 868264 w 9662615"/>
              <a:gd name="connsiteY105" fmla="*/ 1566392 h 1621094"/>
              <a:gd name="connsiteX106" fmla="*/ 792765 w 9662615"/>
              <a:gd name="connsiteY106" fmla="*/ 1563102 h 1621094"/>
              <a:gd name="connsiteX107" fmla="*/ 669055 w 9662615"/>
              <a:gd name="connsiteY107" fmla="*/ 1543638 h 1621094"/>
              <a:gd name="connsiteX108" fmla="*/ 506152 w 9662615"/>
              <a:gd name="connsiteY108" fmla="*/ 1549124 h 1621094"/>
              <a:gd name="connsiteX109" fmla="*/ 472797 w 9662615"/>
              <a:gd name="connsiteY109" fmla="*/ 1568904 h 1621094"/>
              <a:gd name="connsiteX110" fmla="*/ 427864 w 9662615"/>
              <a:gd name="connsiteY110" fmla="*/ 1580848 h 1621094"/>
              <a:gd name="connsiteX111" fmla="*/ 408381 w 9662615"/>
              <a:gd name="connsiteY111" fmla="*/ 1552940 h 1621094"/>
              <a:gd name="connsiteX112" fmla="*/ 267163 w 9662615"/>
              <a:gd name="connsiteY112" fmla="*/ 1531913 h 1621094"/>
              <a:gd name="connsiteX113" fmla="*/ 196644 w 9662615"/>
              <a:gd name="connsiteY113" fmla="*/ 1524565 h 1621094"/>
              <a:gd name="connsiteX114" fmla="*/ 86819 w 9662615"/>
              <a:gd name="connsiteY114" fmla="*/ 1519517 h 1621094"/>
              <a:gd name="connsiteX115" fmla="*/ 53369 w 9662615"/>
              <a:gd name="connsiteY115" fmla="*/ 1516853 h 1621094"/>
              <a:gd name="connsiteX116" fmla="*/ 2359 w 9662615"/>
              <a:gd name="connsiteY116" fmla="*/ 1515247 h 1621094"/>
              <a:gd name="connsiteX117" fmla="*/ 0 w 9662615"/>
              <a:gd name="connsiteY117" fmla="*/ 1514932 h 1621094"/>
              <a:gd name="connsiteX118" fmla="*/ 0 w 9662615"/>
              <a:gd name="connsiteY118" fmla="*/ 0 h 1621094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1303 w 9662615"/>
              <a:gd name="connsiteY54" fmla="*/ 1575379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7680"/>
              <a:gd name="connsiteX1" fmla="*/ 9662615 w 9662615"/>
              <a:gd name="connsiteY1" fmla="*/ 0 h 1597680"/>
              <a:gd name="connsiteX2" fmla="*/ 9662615 w 9662615"/>
              <a:gd name="connsiteY2" fmla="*/ 1280346 h 1597680"/>
              <a:gd name="connsiteX3" fmla="*/ 9658420 w 9662615"/>
              <a:gd name="connsiteY3" fmla="*/ 1280106 h 1597680"/>
              <a:gd name="connsiteX4" fmla="*/ 9469546 w 9662615"/>
              <a:gd name="connsiteY4" fmla="*/ 1289837 h 1597680"/>
              <a:gd name="connsiteX5" fmla="*/ 9385895 w 9662615"/>
              <a:gd name="connsiteY5" fmla="*/ 1269203 h 1597680"/>
              <a:gd name="connsiteX6" fmla="*/ 9144767 w 9662615"/>
              <a:gd name="connsiteY6" fmla="*/ 1264120 h 1597680"/>
              <a:gd name="connsiteX7" fmla="*/ 8837252 w 9662615"/>
              <a:gd name="connsiteY7" fmla="*/ 1350515 h 1597680"/>
              <a:gd name="connsiteX8" fmla="*/ 8705466 w 9662615"/>
              <a:gd name="connsiteY8" fmla="*/ 1342419 h 1597680"/>
              <a:gd name="connsiteX9" fmla="*/ 8652221 w 9662615"/>
              <a:gd name="connsiteY9" fmla="*/ 1326906 h 1597680"/>
              <a:gd name="connsiteX10" fmla="*/ 8632312 w 9662615"/>
              <a:gd name="connsiteY10" fmla="*/ 1326025 h 1597680"/>
              <a:gd name="connsiteX11" fmla="*/ 8591582 w 9662615"/>
              <a:gd name="connsiteY11" fmla="*/ 1341666 h 1597680"/>
              <a:gd name="connsiteX12" fmla="*/ 8537336 w 9662615"/>
              <a:gd name="connsiteY12" fmla="*/ 1341684 h 1597680"/>
              <a:gd name="connsiteX13" fmla="*/ 8472508 w 9662615"/>
              <a:gd name="connsiteY13" fmla="*/ 1363109 h 1597680"/>
              <a:gd name="connsiteX14" fmla="*/ 8258477 w 9662615"/>
              <a:gd name="connsiteY14" fmla="*/ 1370666 h 1597680"/>
              <a:gd name="connsiteX15" fmla="*/ 8197961 w 9662615"/>
              <a:gd name="connsiteY15" fmla="*/ 1392804 h 1597680"/>
              <a:gd name="connsiteX16" fmla="*/ 8171196 w 9662615"/>
              <a:gd name="connsiteY16" fmla="*/ 1397216 h 1597680"/>
              <a:gd name="connsiteX17" fmla="*/ 8127667 w 9662615"/>
              <a:gd name="connsiteY17" fmla="*/ 1418254 h 1597680"/>
              <a:gd name="connsiteX18" fmla="*/ 7974579 w 9662615"/>
              <a:gd name="connsiteY18" fmla="*/ 1383439 h 1597680"/>
              <a:gd name="connsiteX19" fmla="*/ 7768351 w 9662615"/>
              <a:gd name="connsiteY19" fmla="*/ 1395051 h 1597680"/>
              <a:gd name="connsiteX20" fmla="*/ 7635985 w 9662615"/>
              <a:gd name="connsiteY20" fmla="*/ 1386363 h 1597680"/>
              <a:gd name="connsiteX21" fmla="*/ 7466069 w 9662615"/>
              <a:gd name="connsiteY21" fmla="*/ 1377654 h 1597680"/>
              <a:gd name="connsiteX22" fmla="*/ 7355642 w 9662615"/>
              <a:gd name="connsiteY22" fmla="*/ 1407761 h 1597680"/>
              <a:gd name="connsiteX23" fmla="*/ 7151610 w 9662615"/>
              <a:gd name="connsiteY23" fmla="*/ 1397856 h 1597680"/>
              <a:gd name="connsiteX24" fmla="*/ 7082147 w 9662615"/>
              <a:gd name="connsiteY24" fmla="*/ 1406113 h 1597680"/>
              <a:gd name="connsiteX25" fmla="*/ 7014958 w 9662615"/>
              <a:gd name="connsiteY25" fmla="*/ 1396883 h 1597680"/>
              <a:gd name="connsiteX26" fmla="*/ 6907567 w 9662615"/>
              <a:gd name="connsiteY26" fmla="*/ 1419149 h 1597680"/>
              <a:gd name="connsiteX27" fmla="*/ 6748428 w 9662615"/>
              <a:gd name="connsiteY27" fmla="*/ 1420308 h 1597680"/>
              <a:gd name="connsiteX28" fmla="*/ 6654257 w 9662615"/>
              <a:gd name="connsiteY28" fmla="*/ 1424143 h 1597680"/>
              <a:gd name="connsiteX29" fmla="*/ 6620123 w 9662615"/>
              <a:gd name="connsiteY29" fmla="*/ 1430535 h 1597680"/>
              <a:gd name="connsiteX30" fmla="*/ 6571355 w 9662615"/>
              <a:gd name="connsiteY30" fmla="*/ 1436144 h 1597680"/>
              <a:gd name="connsiteX31" fmla="*/ 6486557 w 9662615"/>
              <a:gd name="connsiteY31" fmla="*/ 1449861 h 1597680"/>
              <a:gd name="connsiteX32" fmla="*/ 6370419 w 9662615"/>
              <a:gd name="connsiteY32" fmla="*/ 1461649 h 1597680"/>
              <a:gd name="connsiteX33" fmla="*/ 6278839 w 9662615"/>
              <a:gd name="connsiteY33" fmla="*/ 1449160 h 1597680"/>
              <a:gd name="connsiteX34" fmla="*/ 6272455 w 9662615"/>
              <a:gd name="connsiteY34" fmla="*/ 1453191 h 1597680"/>
              <a:gd name="connsiteX35" fmla="*/ 6212659 w 9662615"/>
              <a:gd name="connsiteY35" fmla="*/ 1454850 h 1597680"/>
              <a:gd name="connsiteX36" fmla="*/ 6069317 w 9662615"/>
              <a:gd name="connsiteY36" fmla="*/ 1445838 h 1597680"/>
              <a:gd name="connsiteX37" fmla="*/ 5878477 w 9662615"/>
              <a:gd name="connsiteY37" fmla="*/ 1439180 h 1597680"/>
              <a:gd name="connsiteX38" fmla="*/ 5838387 w 9662615"/>
              <a:gd name="connsiteY38" fmla="*/ 1444679 h 1597680"/>
              <a:gd name="connsiteX39" fmla="*/ 5771136 w 9662615"/>
              <a:gd name="connsiteY39" fmla="*/ 1453639 h 1597680"/>
              <a:gd name="connsiteX40" fmla="*/ 5724081 w 9662615"/>
              <a:gd name="connsiteY40" fmla="*/ 1470431 h 1597680"/>
              <a:gd name="connsiteX41" fmla="*/ 5666577 w 9662615"/>
              <a:gd name="connsiteY41" fmla="*/ 1473921 h 1597680"/>
              <a:gd name="connsiteX42" fmla="*/ 5649068 w 9662615"/>
              <a:gd name="connsiteY42" fmla="*/ 1461676 h 1597680"/>
              <a:gd name="connsiteX43" fmla="*/ 5588902 w 9662615"/>
              <a:gd name="connsiteY43" fmla="*/ 1469647 h 1597680"/>
              <a:gd name="connsiteX44" fmla="*/ 5498090 w 9662615"/>
              <a:gd name="connsiteY44" fmla="*/ 1483173 h 1597680"/>
              <a:gd name="connsiteX45" fmla="*/ 5444641 w 9662615"/>
              <a:gd name="connsiteY45" fmla="*/ 1487602 h 1597680"/>
              <a:gd name="connsiteX46" fmla="*/ 5299812 w 9662615"/>
              <a:gd name="connsiteY46" fmla="*/ 1503362 h 1597680"/>
              <a:gd name="connsiteX47" fmla="*/ 5213947 w 9662615"/>
              <a:gd name="connsiteY47" fmla="*/ 1516637 h 1597680"/>
              <a:gd name="connsiteX48" fmla="*/ 5090342 w 9662615"/>
              <a:gd name="connsiteY48" fmla="*/ 1546680 h 1597680"/>
              <a:gd name="connsiteX49" fmla="*/ 5129812 w 9662615"/>
              <a:gd name="connsiteY49" fmla="*/ 1521277 h 1597680"/>
              <a:gd name="connsiteX50" fmla="*/ 5059484 w 9662615"/>
              <a:gd name="connsiteY50" fmla="*/ 1546802 h 1597680"/>
              <a:gd name="connsiteX51" fmla="*/ 5038524 w 9662615"/>
              <a:gd name="connsiteY51" fmla="*/ 1545675 h 1597680"/>
              <a:gd name="connsiteX52" fmla="*/ 5026564 w 9662615"/>
              <a:gd name="connsiteY52" fmla="*/ 1545376 h 1597680"/>
              <a:gd name="connsiteX53" fmla="*/ 4969433 w 9662615"/>
              <a:gd name="connsiteY53" fmla="*/ 1550865 h 1597680"/>
              <a:gd name="connsiteX54" fmla="*/ 4929254 w 9662615"/>
              <a:gd name="connsiteY54" fmla="*/ 1563452 h 1597680"/>
              <a:gd name="connsiteX55" fmla="*/ 4871726 w 9662615"/>
              <a:gd name="connsiteY55" fmla="*/ 1570584 h 1597680"/>
              <a:gd name="connsiteX56" fmla="*/ 4843267 w 9662615"/>
              <a:gd name="connsiteY56" fmla="*/ 1561459 h 1597680"/>
              <a:gd name="connsiteX57" fmla="*/ 4821058 w 9662615"/>
              <a:gd name="connsiteY57" fmla="*/ 1553078 h 1597680"/>
              <a:gd name="connsiteX58" fmla="*/ 4791466 w 9662615"/>
              <a:gd name="connsiteY58" fmla="*/ 1561324 h 1597680"/>
              <a:gd name="connsiteX59" fmla="*/ 4784247 w 9662615"/>
              <a:gd name="connsiteY59" fmla="*/ 1562342 h 1597680"/>
              <a:gd name="connsiteX60" fmla="*/ 4743285 w 9662615"/>
              <a:gd name="connsiteY60" fmla="*/ 1597680 h 1597680"/>
              <a:gd name="connsiteX61" fmla="*/ 4697562 w 9662615"/>
              <a:gd name="connsiteY61" fmla="*/ 1551206 h 1597680"/>
              <a:gd name="connsiteX62" fmla="*/ 4662664 w 9662615"/>
              <a:gd name="connsiteY62" fmla="*/ 1573162 h 1597680"/>
              <a:gd name="connsiteX63" fmla="*/ 4603028 w 9662615"/>
              <a:gd name="connsiteY63" fmla="*/ 1568821 h 1597680"/>
              <a:gd name="connsiteX64" fmla="*/ 4541612 w 9662615"/>
              <a:gd name="connsiteY64" fmla="*/ 1545262 h 1597680"/>
              <a:gd name="connsiteX65" fmla="*/ 4422155 w 9662615"/>
              <a:gd name="connsiteY65" fmla="*/ 1542059 h 1597680"/>
              <a:gd name="connsiteX66" fmla="*/ 4221826 w 9662615"/>
              <a:gd name="connsiteY66" fmla="*/ 1508923 h 1597680"/>
              <a:gd name="connsiteX67" fmla="*/ 4096601 w 9662615"/>
              <a:gd name="connsiteY67" fmla="*/ 1521563 h 1597680"/>
              <a:gd name="connsiteX68" fmla="*/ 3970635 w 9662615"/>
              <a:gd name="connsiteY68" fmla="*/ 1544815 h 1597680"/>
              <a:gd name="connsiteX69" fmla="*/ 3833906 w 9662615"/>
              <a:gd name="connsiteY69" fmla="*/ 1516637 h 1597680"/>
              <a:gd name="connsiteX70" fmla="*/ 3696258 w 9662615"/>
              <a:gd name="connsiteY70" fmla="*/ 1537563 h 1597680"/>
              <a:gd name="connsiteX71" fmla="*/ 3594070 w 9662615"/>
              <a:gd name="connsiteY71" fmla="*/ 1509422 h 1597680"/>
              <a:gd name="connsiteX72" fmla="*/ 3565233 w 9662615"/>
              <a:gd name="connsiteY72" fmla="*/ 1515122 h 1597680"/>
              <a:gd name="connsiteX73" fmla="*/ 3560267 w 9662615"/>
              <a:gd name="connsiteY73" fmla="*/ 1516288 h 1597680"/>
              <a:gd name="connsiteX74" fmla="*/ 3540258 w 9662615"/>
              <a:gd name="connsiteY74" fmla="*/ 1516976 h 1597680"/>
              <a:gd name="connsiteX75" fmla="*/ 3534780 w 9662615"/>
              <a:gd name="connsiteY75" fmla="*/ 1522141 h 1597680"/>
              <a:gd name="connsiteX76" fmla="*/ 3504783 w 9662615"/>
              <a:gd name="connsiteY76" fmla="*/ 1526739 h 1597680"/>
              <a:gd name="connsiteX77" fmla="*/ 3430805 w 9662615"/>
              <a:gd name="connsiteY77" fmla="*/ 1542521 h 1597680"/>
              <a:gd name="connsiteX78" fmla="*/ 3292707 w 9662615"/>
              <a:gd name="connsiteY78" fmla="*/ 1520490 h 1597680"/>
              <a:gd name="connsiteX79" fmla="*/ 3187872 w 9662615"/>
              <a:gd name="connsiteY79" fmla="*/ 1519991 h 1597680"/>
              <a:gd name="connsiteX80" fmla="*/ 3148026 w 9662615"/>
              <a:gd name="connsiteY80" fmla="*/ 1524777 h 1597680"/>
              <a:gd name="connsiteX81" fmla="*/ 3092394 w 9662615"/>
              <a:gd name="connsiteY81" fmla="*/ 1528115 h 1597680"/>
              <a:gd name="connsiteX82" fmla="*/ 2994200 w 9662615"/>
              <a:gd name="connsiteY82" fmla="*/ 1537857 h 1597680"/>
              <a:gd name="connsiteX83" fmla="*/ 2862301 w 9662615"/>
              <a:gd name="connsiteY83" fmla="*/ 1544250 h 1597680"/>
              <a:gd name="connsiteX84" fmla="*/ 2766335 w 9662615"/>
              <a:gd name="connsiteY84" fmla="*/ 1527662 h 1597680"/>
              <a:gd name="connsiteX85" fmla="*/ 2757836 w 9662615"/>
              <a:gd name="connsiteY85" fmla="*/ 1531371 h 1597680"/>
              <a:gd name="connsiteX86" fmla="*/ 2691555 w 9662615"/>
              <a:gd name="connsiteY86" fmla="*/ 1530283 h 1597680"/>
              <a:gd name="connsiteX87" fmla="*/ 2491676 w 9662615"/>
              <a:gd name="connsiteY87" fmla="*/ 1500859 h 1597680"/>
              <a:gd name="connsiteX88" fmla="*/ 2378036 w 9662615"/>
              <a:gd name="connsiteY88" fmla="*/ 1520645 h 1597680"/>
              <a:gd name="connsiteX89" fmla="*/ 2284269 w 9662615"/>
              <a:gd name="connsiteY89" fmla="*/ 1503068 h 1597680"/>
              <a:gd name="connsiteX90" fmla="*/ 2207104 w 9662615"/>
              <a:gd name="connsiteY90" fmla="*/ 1508888 h 1597680"/>
              <a:gd name="connsiteX91" fmla="*/ 2149226 w 9662615"/>
              <a:gd name="connsiteY91" fmla="*/ 1523409 h 1597680"/>
              <a:gd name="connsiteX92" fmla="*/ 2084783 w 9662615"/>
              <a:gd name="connsiteY92" fmla="*/ 1524245 h 1597680"/>
              <a:gd name="connsiteX93" fmla="*/ 2070075 w 9662615"/>
              <a:gd name="connsiteY93" fmla="*/ 1511285 h 1597680"/>
              <a:gd name="connsiteX94" fmla="*/ 2001057 w 9662615"/>
              <a:gd name="connsiteY94" fmla="*/ 1516449 h 1597680"/>
              <a:gd name="connsiteX95" fmla="*/ 1896330 w 9662615"/>
              <a:gd name="connsiteY95" fmla="*/ 1525725 h 1597680"/>
              <a:gd name="connsiteX96" fmla="*/ 1835994 w 9662615"/>
              <a:gd name="connsiteY96" fmla="*/ 1527678 h 1597680"/>
              <a:gd name="connsiteX97" fmla="*/ 1671119 w 9662615"/>
              <a:gd name="connsiteY97" fmla="*/ 1536701 h 1597680"/>
              <a:gd name="connsiteX98" fmla="*/ 1601337 w 9662615"/>
              <a:gd name="connsiteY98" fmla="*/ 1548552 h 1597680"/>
              <a:gd name="connsiteX99" fmla="*/ 1407755 w 9662615"/>
              <a:gd name="connsiteY99" fmla="*/ 1571444 h 1597680"/>
              <a:gd name="connsiteX100" fmla="*/ 1271994 w 9662615"/>
              <a:gd name="connsiteY100" fmla="*/ 1579471 h 1597680"/>
              <a:gd name="connsiteX101" fmla="*/ 1249226 w 9662615"/>
              <a:gd name="connsiteY101" fmla="*/ 1583140 h 1597680"/>
              <a:gd name="connsiteX102" fmla="*/ 1217719 w 9662615"/>
              <a:gd name="connsiteY102" fmla="*/ 1580863 h 1597680"/>
              <a:gd name="connsiteX103" fmla="*/ 1091432 w 9662615"/>
              <a:gd name="connsiteY103" fmla="*/ 1571003 h 1597680"/>
              <a:gd name="connsiteX104" fmla="*/ 992039 w 9662615"/>
              <a:gd name="connsiteY104" fmla="*/ 1556662 h 1597680"/>
              <a:gd name="connsiteX105" fmla="*/ 868264 w 9662615"/>
              <a:gd name="connsiteY105" fmla="*/ 1566392 h 1597680"/>
              <a:gd name="connsiteX106" fmla="*/ 792765 w 9662615"/>
              <a:gd name="connsiteY106" fmla="*/ 1563102 h 1597680"/>
              <a:gd name="connsiteX107" fmla="*/ 669055 w 9662615"/>
              <a:gd name="connsiteY107" fmla="*/ 1543638 h 1597680"/>
              <a:gd name="connsiteX108" fmla="*/ 506152 w 9662615"/>
              <a:gd name="connsiteY108" fmla="*/ 1549124 h 1597680"/>
              <a:gd name="connsiteX109" fmla="*/ 472797 w 9662615"/>
              <a:gd name="connsiteY109" fmla="*/ 1568904 h 1597680"/>
              <a:gd name="connsiteX110" fmla="*/ 427864 w 9662615"/>
              <a:gd name="connsiteY110" fmla="*/ 1580848 h 1597680"/>
              <a:gd name="connsiteX111" fmla="*/ 408381 w 9662615"/>
              <a:gd name="connsiteY111" fmla="*/ 1552940 h 1597680"/>
              <a:gd name="connsiteX112" fmla="*/ 267163 w 9662615"/>
              <a:gd name="connsiteY112" fmla="*/ 1531913 h 1597680"/>
              <a:gd name="connsiteX113" fmla="*/ 196644 w 9662615"/>
              <a:gd name="connsiteY113" fmla="*/ 1524565 h 1597680"/>
              <a:gd name="connsiteX114" fmla="*/ 86819 w 9662615"/>
              <a:gd name="connsiteY114" fmla="*/ 1519517 h 1597680"/>
              <a:gd name="connsiteX115" fmla="*/ 53369 w 9662615"/>
              <a:gd name="connsiteY115" fmla="*/ 1516853 h 1597680"/>
              <a:gd name="connsiteX116" fmla="*/ 2359 w 9662615"/>
              <a:gd name="connsiteY116" fmla="*/ 1515247 h 1597680"/>
              <a:gd name="connsiteX117" fmla="*/ 0 w 9662615"/>
              <a:gd name="connsiteY117" fmla="*/ 1514932 h 1597680"/>
              <a:gd name="connsiteX118" fmla="*/ 0 w 9662615"/>
              <a:gd name="connsiteY118" fmla="*/ 0 h 1597680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66659 w 9662615"/>
              <a:gd name="connsiteY68" fmla="*/ 1528913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6499"/>
              <a:gd name="connsiteX1" fmla="*/ 9662615 w 9662615"/>
              <a:gd name="connsiteY1" fmla="*/ 0 h 1596499"/>
              <a:gd name="connsiteX2" fmla="*/ 9662615 w 9662615"/>
              <a:gd name="connsiteY2" fmla="*/ 1280346 h 1596499"/>
              <a:gd name="connsiteX3" fmla="*/ 9658420 w 9662615"/>
              <a:gd name="connsiteY3" fmla="*/ 1280106 h 1596499"/>
              <a:gd name="connsiteX4" fmla="*/ 9469546 w 9662615"/>
              <a:gd name="connsiteY4" fmla="*/ 1289837 h 1596499"/>
              <a:gd name="connsiteX5" fmla="*/ 9385895 w 9662615"/>
              <a:gd name="connsiteY5" fmla="*/ 1269203 h 1596499"/>
              <a:gd name="connsiteX6" fmla="*/ 9144767 w 9662615"/>
              <a:gd name="connsiteY6" fmla="*/ 1264120 h 1596499"/>
              <a:gd name="connsiteX7" fmla="*/ 8837252 w 9662615"/>
              <a:gd name="connsiteY7" fmla="*/ 1350515 h 1596499"/>
              <a:gd name="connsiteX8" fmla="*/ 8705466 w 9662615"/>
              <a:gd name="connsiteY8" fmla="*/ 1342419 h 1596499"/>
              <a:gd name="connsiteX9" fmla="*/ 8652221 w 9662615"/>
              <a:gd name="connsiteY9" fmla="*/ 1326906 h 1596499"/>
              <a:gd name="connsiteX10" fmla="*/ 8632312 w 9662615"/>
              <a:gd name="connsiteY10" fmla="*/ 1326025 h 1596499"/>
              <a:gd name="connsiteX11" fmla="*/ 8591582 w 9662615"/>
              <a:gd name="connsiteY11" fmla="*/ 1341666 h 1596499"/>
              <a:gd name="connsiteX12" fmla="*/ 8537336 w 9662615"/>
              <a:gd name="connsiteY12" fmla="*/ 1341684 h 1596499"/>
              <a:gd name="connsiteX13" fmla="*/ 8472508 w 9662615"/>
              <a:gd name="connsiteY13" fmla="*/ 1363109 h 1596499"/>
              <a:gd name="connsiteX14" fmla="*/ 8258477 w 9662615"/>
              <a:gd name="connsiteY14" fmla="*/ 1370666 h 1596499"/>
              <a:gd name="connsiteX15" fmla="*/ 8197961 w 9662615"/>
              <a:gd name="connsiteY15" fmla="*/ 1392804 h 1596499"/>
              <a:gd name="connsiteX16" fmla="*/ 8171196 w 9662615"/>
              <a:gd name="connsiteY16" fmla="*/ 1397216 h 1596499"/>
              <a:gd name="connsiteX17" fmla="*/ 8127667 w 9662615"/>
              <a:gd name="connsiteY17" fmla="*/ 1418254 h 1596499"/>
              <a:gd name="connsiteX18" fmla="*/ 7974579 w 9662615"/>
              <a:gd name="connsiteY18" fmla="*/ 1383439 h 1596499"/>
              <a:gd name="connsiteX19" fmla="*/ 7768351 w 9662615"/>
              <a:gd name="connsiteY19" fmla="*/ 1395051 h 1596499"/>
              <a:gd name="connsiteX20" fmla="*/ 7635985 w 9662615"/>
              <a:gd name="connsiteY20" fmla="*/ 1386363 h 1596499"/>
              <a:gd name="connsiteX21" fmla="*/ 7466069 w 9662615"/>
              <a:gd name="connsiteY21" fmla="*/ 1377654 h 1596499"/>
              <a:gd name="connsiteX22" fmla="*/ 7355642 w 9662615"/>
              <a:gd name="connsiteY22" fmla="*/ 1407761 h 1596499"/>
              <a:gd name="connsiteX23" fmla="*/ 7151610 w 9662615"/>
              <a:gd name="connsiteY23" fmla="*/ 1397856 h 1596499"/>
              <a:gd name="connsiteX24" fmla="*/ 7082147 w 9662615"/>
              <a:gd name="connsiteY24" fmla="*/ 1406113 h 1596499"/>
              <a:gd name="connsiteX25" fmla="*/ 7014958 w 9662615"/>
              <a:gd name="connsiteY25" fmla="*/ 1396883 h 1596499"/>
              <a:gd name="connsiteX26" fmla="*/ 6907567 w 9662615"/>
              <a:gd name="connsiteY26" fmla="*/ 1419149 h 1596499"/>
              <a:gd name="connsiteX27" fmla="*/ 6748428 w 9662615"/>
              <a:gd name="connsiteY27" fmla="*/ 1420308 h 1596499"/>
              <a:gd name="connsiteX28" fmla="*/ 6654257 w 9662615"/>
              <a:gd name="connsiteY28" fmla="*/ 1424143 h 1596499"/>
              <a:gd name="connsiteX29" fmla="*/ 6620123 w 9662615"/>
              <a:gd name="connsiteY29" fmla="*/ 1430535 h 1596499"/>
              <a:gd name="connsiteX30" fmla="*/ 6571355 w 9662615"/>
              <a:gd name="connsiteY30" fmla="*/ 1436144 h 1596499"/>
              <a:gd name="connsiteX31" fmla="*/ 6486557 w 9662615"/>
              <a:gd name="connsiteY31" fmla="*/ 1449861 h 1596499"/>
              <a:gd name="connsiteX32" fmla="*/ 6370419 w 9662615"/>
              <a:gd name="connsiteY32" fmla="*/ 1461649 h 1596499"/>
              <a:gd name="connsiteX33" fmla="*/ 6278839 w 9662615"/>
              <a:gd name="connsiteY33" fmla="*/ 1449160 h 1596499"/>
              <a:gd name="connsiteX34" fmla="*/ 6272455 w 9662615"/>
              <a:gd name="connsiteY34" fmla="*/ 1453191 h 1596499"/>
              <a:gd name="connsiteX35" fmla="*/ 6212659 w 9662615"/>
              <a:gd name="connsiteY35" fmla="*/ 1454850 h 1596499"/>
              <a:gd name="connsiteX36" fmla="*/ 6069317 w 9662615"/>
              <a:gd name="connsiteY36" fmla="*/ 1445838 h 1596499"/>
              <a:gd name="connsiteX37" fmla="*/ 5878477 w 9662615"/>
              <a:gd name="connsiteY37" fmla="*/ 1439180 h 1596499"/>
              <a:gd name="connsiteX38" fmla="*/ 5838387 w 9662615"/>
              <a:gd name="connsiteY38" fmla="*/ 1444679 h 1596499"/>
              <a:gd name="connsiteX39" fmla="*/ 5771136 w 9662615"/>
              <a:gd name="connsiteY39" fmla="*/ 1453639 h 1596499"/>
              <a:gd name="connsiteX40" fmla="*/ 5724081 w 9662615"/>
              <a:gd name="connsiteY40" fmla="*/ 1470431 h 1596499"/>
              <a:gd name="connsiteX41" fmla="*/ 5666577 w 9662615"/>
              <a:gd name="connsiteY41" fmla="*/ 1473921 h 1596499"/>
              <a:gd name="connsiteX42" fmla="*/ 5649068 w 9662615"/>
              <a:gd name="connsiteY42" fmla="*/ 1461676 h 1596499"/>
              <a:gd name="connsiteX43" fmla="*/ 5588902 w 9662615"/>
              <a:gd name="connsiteY43" fmla="*/ 1469647 h 1596499"/>
              <a:gd name="connsiteX44" fmla="*/ 5498090 w 9662615"/>
              <a:gd name="connsiteY44" fmla="*/ 1483173 h 1596499"/>
              <a:gd name="connsiteX45" fmla="*/ 5444641 w 9662615"/>
              <a:gd name="connsiteY45" fmla="*/ 1487602 h 1596499"/>
              <a:gd name="connsiteX46" fmla="*/ 5299812 w 9662615"/>
              <a:gd name="connsiteY46" fmla="*/ 1503362 h 1596499"/>
              <a:gd name="connsiteX47" fmla="*/ 5213947 w 9662615"/>
              <a:gd name="connsiteY47" fmla="*/ 1516637 h 1596499"/>
              <a:gd name="connsiteX48" fmla="*/ 5090342 w 9662615"/>
              <a:gd name="connsiteY48" fmla="*/ 1546680 h 1596499"/>
              <a:gd name="connsiteX49" fmla="*/ 5129812 w 9662615"/>
              <a:gd name="connsiteY49" fmla="*/ 1521277 h 1596499"/>
              <a:gd name="connsiteX50" fmla="*/ 5059484 w 9662615"/>
              <a:gd name="connsiteY50" fmla="*/ 1546802 h 1596499"/>
              <a:gd name="connsiteX51" fmla="*/ 5038524 w 9662615"/>
              <a:gd name="connsiteY51" fmla="*/ 1545675 h 1596499"/>
              <a:gd name="connsiteX52" fmla="*/ 5026564 w 9662615"/>
              <a:gd name="connsiteY52" fmla="*/ 1545376 h 1596499"/>
              <a:gd name="connsiteX53" fmla="*/ 4969433 w 9662615"/>
              <a:gd name="connsiteY53" fmla="*/ 1550865 h 1596499"/>
              <a:gd name="connsiteX54" fmla="*/ 4929254 w 9662615"/>
              <a:gd name="connsiteY54" fmla="*/ 1563452 h 1596499"/>
              <a:gd name="connsiteX55" fmla="*/ 4871726 w 9662615"/>
              <a:gd name="connsiteY55" fmla="*/ 1570584 h 1596499"/>
              <a:gd name="connsiteX56" fmla="*/ 4843267 w 9662615"/>
              <a:gd name="connsiteY56" fmla="*/ 1561459 h 1596499"/>
              <a:gd name="connsiteX57" fmla="*/ 4821058 w 9662615"/>
              <a:gd name="connsiteY57" fmla="*/ 1553078 h 1596499"/>
              <a:gd name="connsiteX58" fmla="*/ 4791466 w 9662615"/>
              <a:gd name="connsiteY58" fmla="*/ 1561324 h 1596499"/>
              <a:gd name="connsiteX59" fmla="*/ 4784247 w 9662615"/>
              <a:gd name="connsiteY59" fmla="*/ 1562342 h 1596499"/>
              <a:gd name="connsiteX60" fmla="*/ 4739309 w 9662615"/>
              <a:gd name="connsiteY60" fmla="*/ 1553948 h 1596499"/>
              <a:gd name="connsiteX61" fmla="*/ 4697562 w 9662615"/>
              <a:gd name="connsiteY61" fmla="*/ 1551206 h 1596499"/>
              <a:gd name="connsiteX62" fmla="*/ 4650737 w 9662615"/>
              <a:gd name="connsiteY62" fmla="*/ 1537381 h 1596499"/>
              <a:gd name="connsiteX63" fmla="*/ 4583150 w 9662615"/>
              <a:gd name="connsiteY63" fmla="*/ 1529064 h 1596499"/>
              <a:gd name="connsiteX64" fmla="*/ 4521734 w 9662615"/>
              <a:gd name="connsiteY64" fmla="*/ 1529359 h 1596499"/>
              <a:gd name="connsiteX65" fmla="*/ 4382398 w 9662615"/>
              <a:gd name="connsiteY65" fmla="*/ 1534108 h 1596499"/>
              <a:gd name="connsiteX66" fmla="*/ 4221826 w 9662615"/>
              <a:gd name="connsiteY66" fmla="*/ 1500972 h 1596499"/>
              <a:gd name="connsiteX67" fmla="*/ 4096601 w 9662615"/>
              <a:gd name="connsiteY67" fmla="*/ 1521563 h 1596499"/>
              <a:gd name="connsiteX68" fmla="*/ 3978586 w 9662615"/>
              <a:gd name="connsiteY68" fmla="*/ 1596499 h 1596499"/>
              <a:gd name="connsiteX69" fmla="*/ 3833906 w 9662615"/>
              <a:gd name="connsiteY69" fmla="*/ 1516637 h 1596499"/>
              <a:gd name="connsiteX70" fmla="*/ 3696258 w 9662615"/>
              <a:gd name="connsiteY70" fmla="*/ 1537563 h 1596499"/>
              <a:gd name="connsiteX71" fmla="*/ 3594070 w 9662615"/>
              <a:gd name="connsiteY71" fmla="*/ 1509422 h 1596499"/>
              <a:gd name="connsiteX72" fmla="*/ 3565233 w 9662615"/>
              <a:gd name="connsiteY72" fmla="*/ 1515122 h 1596499"/>
              <a:gd name="connsiteX73" fmla="*/ 3560267 w 9662615"/>
              <a:gd name="connsiteY73" fmla="*/ 1516288 h 1596499"/>
              <a:gd name="connsiteX74" fmla="*/ 3540258 w 9662615"/>
              <a:gd name="connsiteY74" fmla="*/ 1516976 h 1596499"/>
              <a:gd name="connsiteX75" fmla="*/ 3534780 w 9662615"/>
              <a:gd name="connsiteY75" fmla="*/ 1522141 h 1596499"/>
              <a:gd name="connsiteX76" fmla="*/ 3504783 w 9662615"/>
              <a:gd name="connsiteY76" fmla="*/ 1526739 h 1596499"/>
              <a:gd name="connsiteX77" fmla="*/ 3430805 w 9662615"/>
              <a:gd name="connsiteY77" fmla="*/ 1542521 h 1596499"/>
              <a:gd name="connsiteX78" fmla="*/ 3292707 w 9662615"/>
              <a:gd name="connsiteY78" fmla="*/ 1520490 h 1596499"/>
              <a:gd name="connsiteX79" fmla="*/ 3187872 w 9662615"/>
              <a:gd name="connsiteY79" fmla="*/ 1519991 h 1596499"/>
              <a:gd name="connsiteX80" fmla="*/ 3148026 w 9662615"/>
              <a:gd name="connsiteY80" fmla="*/ 1524777 h 1596499"/>
              <a:gd name="connsiteX81" fmla="*/ 3092394 w 9662615"/>
              <a:gd name="connsiteY81" fmla="*/ 1528115 h 1596499"/>
              <a:gd name="connsiteX82" fmla="*/ 2994200 w 9662615"/>
              <a:gd name="connsiteY82" fmla="*/ 1537857 h 1596499"/>
              <a:gd name="connsiteX83" fmla="*/ 2862301 w 9662615"/>
              <a:gd name="connsiteY83" fmla="*/ 1544250 h 1596499"/>
              <a:gd name="connsiteX84" fmla="*/ 2766335 w 9662615"/>
              <a:gd name="connsiteY84" fmla="*/ 1527662 h 1596499"/>
              <a:gd name="connsiteX85" fmla="*/ 2757836 w 9662615"/>
              <a:gd name="connsiteY85" fmla="*/ 1531371 h 1596499"/>
              <a:gd name="connsiteX86" fmla="*/ 2691555 w 9662615"/>
              <a:gd name="connsiteY86" fmla="*/ 1530283 h 1596499"/>
              <a:gd name="connsiteX87" fmla="*/ 2491676 w 9662615"/>
              <a:gd name="connsiteY87" fmla="*/ 1500859 h 1596499"/>
              <a:gd name="connsiteX88" fmla="*/ 2378036 w 9662615"/>
              <a:gd name="connsiteY88" fmla="*/ 1520645 h 1596499"/>
              <a:gd name="connsiteX89" fmla="*/ 2284269 w 9662615"/>
              <a:gd name="connsiteY89" fmla="*/ 1503068 h 1596499"/>
              <a:gd name="connsiteX90" fmla="*/ 2207104 w 9662615"/>
              <a:gd name="connsiteY90" fmla="*/ 1508888 h 1596499"/>
              <a:gd name="connsiteX91" fmla="*/ 2149226 w 9662615"/>
              <a:gd name="connsiteY91" fmla="*/ 1523409 h 1596499"/>
              <a:gd name="connsiteX92" fmla="*/ 2084783 w 9662615"/>
              <a:gd name="connsiteY92" fmla="*/ 1524245 h 1596499"/>
              <a:gd name="connsiteX93" fmla="*/ 2070075 w 9662615"/>
              <a:gd name="connsiteY93" fmla="*/ 1511285 h 1596499"/>
              <a:gd name="connsiteX94" fmla="*/ 2001057 w 9662615"/>
              <a:gd name="connsiteY94" fmla="*/ 1516449 h 1596499"/>
              <a:gd name="connsiteX95" fmla="*/ 1896330 w 9662615"/>
              <a:gd name="connsiteY95" fmla="*/ 1525725 h 1596499"/>
              <a:gd name="connsiteX96" fmla="*/ 1835994 w 9662615"/>
              <a:gd name="connsiteY96" fmla="*/ 1527678 h 1596499"/>
              <a:gd name="connsiteX97" fmla="*/ 1671119 w 9662615"/>
              <a:gd name="connsiteY97" fmla="*/ 1536701 h 1596499"/>
              <a:gd name="connsiteX98" fmla="*/ 1601337 w 9662615"/>
              <a:gd name="connsiteY98" fmla="*/ 1548552 h 1596499"/>
              <a:gd name="connsiteX99" fmla="*/ 1407755 w 9662615"/>
              <a:gd name="connsiteY99" fmla="*/ 1571444 h 1596499"/>
              <a:gd name="connsiteX100" fmla="*/ 1271994 w 9662615"/>
              <a:gd name="connsiteY100" fmla="*/ 1579471 h 1596499"/>
              <a:gd name="connsiteX101" fmla="*/ 1249226 w 9662615"/>
              <a:gd name="connsiteY101" fmla="*/ 1583140 h 1596499"/>
              <a:gd name="connsiteX102" fmla="*/ 1217719 w 9662615"/>
              <a:gd name="connsiteY102" fmla="*/ 1580863 h 1596499"/>
              <a:gd name="connsiteX103" fmla="*/ 1091432 w 9662615"/>
              <a:gd name="connsiteY103" fmla="*/ 1571003 h 1596499"/>
              <a:gd name="connsiteX104" fmla="*/ 992039 w 9662615"/>
              <a:gd name="connsiteY104" fmla="*/ 1556662 h 1596499"/>
              <a:gd name="connsiteX105" fmla="*/ 868264 w 9662615"/>
              <a:gd name="connsiteY105" fmla="*/ 1566392 h 1596499"/>
              <a:gd name="connsiteX106" fmla="*/ 792765 w 9662615"/>
              <a:gd name="connsiteY106" fmla="*/ 1563102 h 1596499"/>
              <a:gd name="connsiteX107" fmla="*/ 669055 w 9662615"/>
              <a:gd name="connsiteY107" fmla="*/ 1543638 h 1596499"/>
              <a:gd name="connsiteX108" fmla="*/ 506152 w 9662615"/>
              <a:gd name="connsiteY108" fmla="*/ 1549124 h 1596499"/>
              <a:gd name="connsiteX109" fmla="*/ 472797 w 9662615"/>
              <a:gd name="connsiteY109" fmla="*/ 1568904 h 1596499"/>
              <a:gd name="connsiteX110" fmla="*/ 427864 w 9662615"/>
              <a:gd name="connsiteY110" fmla="*/ 1580848 h 1596499"/>
              <a:gd name="connsiteX111" fmla="*/ 408381 w 9662615"/>
              <a:gd name="connsiteY111" fmla="*/ 1552940 h 1596499"/>
              <a:gd name="connsiteX112" fmla="*/ 267163 w 9662615"/>
              <a:gd name="connsiteY112" fmla="*/ 1531913 h 1596499"/>
              <a:gd name="connsiteX113" fmla="*/ 196644 w 9662615"/>
              <a:gd name="connsiteY113" fmla="*/ 1524565 h 1596499"/>
              <a:gd name="connsiteX114" fmla="*/ 86819 w 9662615"/>
              <a:gd name="connsiteY114" fmla="*/ 1519517 h 1596499"/>
              <a:gd name="connsiteX115" fmla="*/ 53369 w 9662615"/>
              <a:gd name="connsiteY115" fmla="*/ 1516853 h 1596499"/>
              <a:gd name="connsiteX116" fmla="*/ 2359 w 9662615"/>
              <a:gd name="connsiteY116" fmla="*/ 1515247 h 1596499"/>
              <a:gd name="connsiteX117" fmla="*/ 0 w 9662615"/>
              <a:gd name="connsiteY117" fmla="*/ 1514932 h 1596499"/>
              <a:gd name="connsiteX118" fmla="*/ 0 w 9662615"/>
              <a:gd name="connsiteY118" fmla="*/ 0 h 1596499"/>
              <a:gd name="connsiteX0" fmla="*/ 0 w 9662615"/>
              <a:gd name="connsiteY0" fmla="*/ 0 h 1600474"/>
              <a:gd name="connsiteX1" fmla="*/ 9662615 w 9662615"/>
              <a:gd name="connsiteY1" fmla="*/ 0 h 1600474"/>
              <a:gd name="connsiteX2" fmla="*/ 9662615 w 9662615"/>
              <a:gd name="connsiteY2" fmla="*/ 1280346 h 1600474"/>
              <a:gd name="connsiteX3" fmla="*/ 9658420 w 9662615"/>
              <a:gd name="connsiteY3" fmla="*/ 1280106 h 1600474"/>
              <a:gd name="connsiteX4" fmla="*/ 9469546 w 9662615"/>
              <a:gd name="connsiteY4" fmla="*/ 1289837 h 1600474"/>
              <a:gd name="connsiteX5" fmla="*/ 9385895 w 9662615"/>
              <a:gd name="connsiteY5" fmla="*/ 1269203 h 1600474"/>
              <a:gd name="connsiteX6" fmla="*/ 9144767 w 9662615"/>
              <a:gd name="connsiteY6" fmla="*/ 1264120 h 1600474"/>
              <a:gd name="connsiteX7" fmla="*/ 8837252 w 9662615"/>
              <a:gd name="connsiteY7" fmla="*/ 1350515 h 1600474"/>
              <a:gd name="connsiteX8" fmla="*/ 8705466 w 9662615"/>
              <a:gd name="connsiteY8" fmla="*/ 1342419 h 1600474"/>
              <a:gd name="connsiteX9" fmla="*/ 8652221 w 9662615"/>
              <a:gd name="connsiteY9" fmla="*/ 1326906 h 1600474"/>
              <a:gd name="connsiteX10" fmla="*/ 8632312 w 9662615"/>
              <a:gd name="connsiteY10" fmla="*/ 1326025 h 1600474"/>
              <a:gd name="connsiteX11" fmla="*/ 8591582 w 9662615"/>
              <a:gd name="connsiteY11" fmla="*/ 1341666 h 1600474"/>
              <a:gd name="connsiteX12" fmla="*/ 8537336 w 9662615"/>
              <a:gd name="connsiteY12" fmla="*/ 1341684 h 1600474"/>
              <a:gd name="connsiteX13" fmla="*/ 8472508 w 9662615"/>
              <a:gd name="connsiteY13" fmla="*/ 1363109 h 1600474"/>
              <a:gd name="connsiteX14" fmla="*/ 8258477 w 9662615"/>
              <a:gd name="connsiteY14" fmla="*/ 1370666 h 1600474"/>
              <a:gd name="connsiteX15" fmla="*/ 8197961 w 9662615"/>
              <a:gd name="connsiteY15" fmla="*/ 1392804 h 1600474"/>
              <a:gd name="connsiteX16" fmla="*/ 8171196 w 9662615"/>
              <a:gd name="connsiteY16" fmla="*/ 1397216 h 1600474"/>
              <a:gd name="connsiteX17" fmla="*/ 8127667 w 9662615"/>
              <a:gd name="connsiteY17" fmla="*/ 1418254 h 1600474"/>
              <a:gd name="connsiteX18" fmla="*/ 7974579 w 9662615"/>
              <a:gd name="connsiteY18" fmla="*/ 1383439 h 1600474"/>
              <a:gd name="connsiteX19" fmla="*/ 7768351 w 9662615"/>
              <a:gd name="connsiteY19" fmla="*/ 1395051 h 1600474"/>
              <a:gd name="connsiteX20" fmla="*/ 7635985 w 9662615"/>
              <a:gd name="connsiteY20" fmla="*/ 1386363 h 1600474"/>
              <a:gd name="connsiteX21" fmla="*/ 7466069 w 9662615"/>
              <a:gd name="connsiteY21" fmla="*/ 1377654 h 1600474"/>
              <a:gd name="connsiteX22" fmla="*/ 7355642 w 9662615"/>
              <a:gd name="connsiteY22" fmla="*/ 1407761 h 1600474"/>
              <a:gd name="connsiteX23" fmla="*/ 7151610 w 9662615"/>
              <a:gd name="connsiteY23" fmla="*/ 1397856 h 1600474"/>
              <a:gd name="connsiteX24" fmla="*/ 7082147 w 9662615"/>
              <a:gd name="connsiteY24" fmla="*/ 1406113 h 1600474"/>
              <a:gd name="connsiteX25" fmla="*/ 7014958 w 9662615"/>
              <a:gd name="connsiteY25" fmla="*/ 1396883 h 1600474"/>
              <a:gd name="connsiteX26" fmla="*/ 6907567 w 9662615"/>
              <a:gd name="connsiteY26" fmla="*/ 1419149 h 1600474"/>
              <a:gd name="connsiteX27" fmla="*/ 6748428 w 9662615"/>
              <a:gd name="connsiteY27" fmla="*/ 1420308 h 1600474"/>
              <a:gd name="connsiteX28" fmla="*/ 6654257 w 9662615"/>
              <a:gd name="connsiteY28" fmla="*/ 1424143 h 1600474"/>
              <a:gd name="connsiteX29" fmla="*/ 6620123 w 9662615"/>
              <a:gd name="connsiteY29" fmla="*/ 1430535 h 1600474"/>
              <a:gd name="connsiteX30" fmla="*/ 6571355 w 9662615"/>
              <a:gd name="connsiteY30" fmla="*/ 1436144 h 1600474"/>
              <a:gd name="connsiteX31" fmla="*/ 6486557 w 9662615"/>
              <a:gd name="connsiteY31" fmla="*/ 1449861 h 1600474"/>
              <a:gd name="connsiteX32" fmla="*/ 6370419 w 9662615"/>
              <a:gd name="connsiteY32" fmla="*/ 1461649 h 1600474"/>
              <a:gd name="connsiteX33" fmla="*/ 6278839 w 9662615"/>
              <a:gd name="connsiteY33" fmla="*/ 1449160 h 1600474"/>
              <a:gd name="connsiteX34" fmla="*/ 6272455 w 9662615"/>
              <a:gd name="connsiteY34" fmla="*/ 1453191 h 1600474"/>
              <a:gd name="connsiteX35" fmla="*/ 6212659 w 9662615"/>
              <a:gd name="connsiteY35" fmla="*/ 1454850 h 1600474"/>
              <a:gd name="connsiteX36" fmla="*/ 6069317 w 9662615"/>
              <a:gd name="connsiteY36" fmla="*/ 1445838 h 1600474"/>
              <a:gd name="connsiteX37" fmla="*/ 5878477 w 9662615"/>
              <a:gd name="connsiteY37" fmla="*/ 1439180 h 1600474"/>
              <a:gd name="connsiteX38" fmla="*/ 5838387 w 9662615"/>
              <a:gd name="connsiteY38" fmla="*/ 1444679 h 1600474"/>
              <a:gd name="connsiteX39" fmla="*/ 5771136 w 9662615"/>
              <a:gd name="connsiteY39" fmla="*/ 1453639 h 1600474"/>
              <a:gd name="connsiteX40" fmla="*/ 5724081 w 9662615"/>
              <a:gd name="connsiteY40" fmla="*/ 1470431 h 1600474"/>
              <a:gd name="connsiteX41" fmla="*/ 5666577 w 9662615"/>
              <a:gd name="connsiteY41" fmla="*/ 1473921 h 1600474"/>
              <a:gd name="connsiteX42" fmla="*/ 5649068 w 9662615"/>
              <a:gd name="connsiteY42" fmla="*/ 1461676 h 1600474"/>
              <a:gd name="connsiteX43" fmla="*/ 5588902 w 9662615"/>
              <a:gd name="connsiteY43" fmla="*/ 1469647 h 1600474"/>
              <a:gd name="connsiteX44" fmla="*/ 5498090 w 9662615"/>
              <a:gd name="connsiteY44" fmla="*/ 1483173 h 1600474"/>
              <a:gd name="connsiteX45" fmla="*/ 5444641 w 9662615"/>
              <a:gd name="connsiteY45" fmla="*/ 1487602 h 1600474"/>
              <a:gd name="connsiteX46" fmla="*/ 5299812 w 9662615"/>
              <a:gd name="connsiteY46" fmla="*/ 1503362 h 1600474"/>
              <a:gd name="connsiteX47" fmla="*/ 5213947 w 9662615"/>
              <a:gd name="connsiteY47" fmla="*/ 1516637 h 1600474"/>
              <a:gd name="connsiteX48" fmla="*/ 5090342 w 9662615"/>
              <a:gd name="connsiteY48" fmla="*/ 1546680 h 1600474"/>
              <a:gd name="connsiteX49" fmla="*/ 5129812 w 9662615"/>
              <a:gd name="connsiteY49" fmla="*/ 1521277 h 1600474"/>
              <a:gd name="connsiteX50" fmla="*/ 5059484 w 9662615"/>
              <a:gd name="connsiteY50" fmla="*/ 1546802 h 1600474"/>
              <a:gd name="connsiteX51" fmla="*/ 5038524 w 9662615"/>
              <a:gd name="connsiteY51" fmla="*/ 1545675 h 1600474"/>
              <a:gd name="connsiteX52" fmla="*/ 5026564 w 9662615"/>
              <a:gd name="connsiteY52" fmla="*/ 1545376 h 1600474"/>
              <a:gd name="connsiteX53" fmla="*/ 4969433 w 9662615"/>
              <a:gd name="connsiteY53" fmla="*/ 1550865 h 1600474"/>
              <a:gd name="connsiteX54" fmla="*/ 4929254 w 9662615"/>
              <a:gd name="connsiteY54" fmla="*/ 1563452 h 1600474"/>
              <a:gd name="connsiteX55" fmla="*/ 4871726 w 9662615"/>
              <a:gd name="connsiteY55" fmla="*/ 1570584 h 1600474"/>
              <a:gd name="connsiteX56" fmla="*/ 4843267 w 9662615"/>
              <a:gd name="connsiteY56" fmla="*/ 1561459 h 1600474"/>
              <a:gd name="connsiteX57" fmla="*/ 4821058 w 9662615"/>
              <a:gd name="connsiteY57" fmla="*/ 1553078 h 1600474"/>
              <a:gd name="connsiteX58" fmla="*/ 4791466 w 9662615"/>
              <a:gd name="connsiteY58" fmla="*/ 1561324 h 1600474"/>
              <a:gd name="connsiteX59" fmla="*/ 4784247 w 9662615"/>
              <a:gd name="connsiteY59" fmla="*/ 1562342 h 1600474"/>
              <a:gd name="connsiteX60" fmla="*/ 4739309 w 9662615"/>
              <a:gd name="connsiteY60" fmla="*/ 1553948 h 1600474"/>
              <a:gd name="connsiteX61" fmla="*/ 4697562 w 9662615"/>
              <a:gd name="connsiteY61" fmla="*/ 1551206 h 1600474"/>
              <a:gd name="connsiteX62" fmla="*/ 4650737 w 9662615"/>
              <a:gd name="connsiteY62" fmla="*/ 1537381 h 1600474"/>
              <a:gd name="connsiteX63" fmla="*/ 4583150 w 9662615"/>
              <a:gd name="connsiteY63" fmla="*/ 1529064 h 1600474"/>
              <a:gd name="connsiteX64" fmla="*/ 4521734 w 9662615"/>
              <a:gd name="connsiteY64" fmla="*/ 1529359 h 1600474"/>
              <a:gd name="connsiteX65" fmla="*/ 4382398 w 9662615"/>
              <a:gd name="connsiteY65" fmla="*/ 1534108 h 1600474"/>
              <a:gd name="connsiteX66" fmla="*/ 4221826 w 9662615"/>
              <a:gd name="connsiteY66" fmla="*/ 1500972 h 1600474"/>
              <a:gd name="connsiteX67" fmla="*/ 4096601 w 9662615"/>
              <a:gd name="connsiteY67" fmla="*/ 1521563 h 1600474"/>
              <a:gd name="connsiteX68" fmla="*/ 4046172 w 9662615"/>
              <a:gd name="connsiteY68" fmla="*/ 1600474 h 1600474"/>
              <a:gd name="connsiteX69" fmla="*/ 3833906 w 9662615"/>
              <a:gd name="connsiteY69" fmla="*/ 1516637 h 1600474"/>
              <a:gd name="connsiteX70" fmla="*/ 3696258 w 9662615"/>
              <a:gd name="connsiteY70" fmla="*/ 1537563 h 1600474"/>
              <a:gd name="connsiteX71" fmla="*/ 3594070 w 9662615"/>
              <a:gd name="connsiteY71" fmla="*/ 1509422 h 1600474"/>
              <a:gd name="connsiteX72" fmla="*/ 3565233 w 9662615"/>
              <a:gd name="connsiteY72" fmla="*/ 1515122 h 1600474"/>
              <a:gd name="connsiteX73" fmla="*/ 3560267 w 9662615"/>
              <a:gd name="connsiteY73" fmla="*/ 1516288 h 1600474"/>
              <a:gd name="connsiteX74" fmla="*/ 3540258 w 9662615"/>
              <a:gd name="connsiteY74" fmla="*/ 1516976 h 1600474"/>
              <a:gd name="connsiteX75" fmla="*/ 3534780 w 9662615"/>
              <a:gd name="connsiteY75" fmla="*/ 1522141 h 1600474"/>
              <a:gd name="connsiteX76" fmla="*/ 3504783 w 9662615"/>
              <a:gd name="connsiteY76" fmla="*/ 1526739 h 1600474"/>
              <a:gd name="connsiteX77" fmla="*/ 3430805 w 9662615"/>
              <a:gd name="connsiteY77" fmla="*/ 1542521 h 1600474"/>
              <a:gd name="connsiteX78" fmla="*/ 3292707 w 9662615"/>
              <a:gd name="connsiteY78" fmla="*/ 1520490 h 1600474"/>
              <a:gd name="connsiteX79" fmla="*/ 3187872 w 9662615"/>
              <a:gd name="connsiteY79" fmla="*/ 1519991 h 1600474"/>
              <a:gd name="connsiteX80" fmla="*/ 3148026 w 9662615"/>
              <a:gd name="connsiteY80" fmla="*/ 1524777 h 1600474"/>
              <a:gd name="connsiteX81" fmla="*/ 3092394 w 9662615"/>
              <a:gd name="connsiteY81" fmla="*/ 1528115 h 1600474"/>
              <a:gd name="connsiteX82" fmla="*/ 2994200 w 9662615"/>
              <a:gd name="connsiteY82" fmla="*/ 1537857 h 1600474"/>
              <a:gd name="connsiteX83" fmla="*/ 2862301 w 9662615"/>
              <a:gd name="connsiteY83" fmla="*/ 1544250 h 1600474"/>
              <a:gd name="connsiteX84" fmla="*/ 2766335 w 9662615"/>
              <a:gd name="connsiteY84" fmla="*/ 1527662 h 1600474"/>
              <a:gd name="connsiteX85" fmla="*/ 2757836 w 9662615"/>
              <a:gd name="connsiteY85" fmla="*/ 1531371 h 1600474"/>
              <a:gd name="connsiteX86" fmla="*/ 2691555 w 9662615"/>
              <a:gd name="connsiteY86" fmla="*/ 1530283 h 1600474"/>
              <a:gd name="connsiteX87" fmla="*/ 2491676 w 9662615"/>
              <a:gd name="connsiteY87" fmla="*/ 1500859 h 1600474"/>
              <a:gd name="connsiteX88" fmla="*/ 2378036 w 9662615"/>
              <a:gd name="connsiteY88" fmla="*/ 1520645 h 1600474"/>
              <a:gd name="connsiteX89" fmla="*/ 2284269 w 9662615"/>
              <a:gd name="connsiteY89" fmla="*/ 1503068 h 1600474"/>
              <a:gd name="connsiteX90" fmla="*/ 2207104 w 9662615"/>
              <a:gd name="connsiteY90" fmla="*/ 1508888 h 1600474"/>
              <a:gd name="connsiteX91" fmla="*/ 2149226 w 9662615"/>
              <a:gd name="connsiteY91" fmla="*/ 1523409 h 1600474"/>
              <a:gd name="connsiteX92" fmla="*/ 2084783 w 9662615"/>
              <a:gd name="connsiteY92" fmla="*/ 1524245 h 1600474"/>
              <a:gd name="connsiteX93" fmla="*/ 2070075 w 9662615"/>
              <a:gd name="connsiteY93" fmla="*/ 1511285 h 1600474"/>
              <a:gd name="connsiteX94" fmla="*/ 2001057 w 9662615"/>
              <a:gd name="connsiteY94" fmla="*/ 1516449 h 1600474"/>
              <a:gd name="connsiteX95" fmla="*/ 1896330 w 9662615"/>
              <a:gd name="connsiteY95" fmla="*/ 1525725 h 1600474"/>
              <a:gd name="connsiteX96" fmla="*/ 1835994 w 9662615"/>
              <a:gd name="connsiteY96" fmla="*/ 1527678 h 1600474"/>
              <a:gd name="connsiteX97" fmla="*/ 1671119 w 9662615"/>
              <a:gd name="connsiteY97" fmla="*/ 1536701 h 1600474"/>
              <a:gd name="connsiteX98" fmla="*/ 1601337 w 9662615"/>
              <a:gd name="connsiteY98" fmla="*/ 1548552 h 1600474"/>
              <a:gd name="connsiteX99" fmla="*/ 1407755 w 9662615"/>
              <a:gd name="connsiteY99" fmla="*/ 1571444 h 1600474"/>
              <a:gd name="connsiteX100" fmla="*/ 1271994 w 9662615"/>
              <a:gd name="connsiteY100" fmla="*/ 1579471 h 1600474"/>
              <a:gd name="connsiteX101" fmla="*/ 1249226 w 9662615"/>
              <a:gd name="connsiteY101" fmla="*/ 1583140 h 1600474"/>
              <a:gd name="connsiteX102" fmla="*/ 1217719 w 9662615"/>
              <a:gd name="connsiteY102" fmla="*/ 1580863 h 1600474"/>
              <a:gd name="connsiteX103" fmla="*/ 1091432 w 9662615"/>
              <a:gd name="connsiteY103" fmla="*/ 1571003 h 1600474"/>
              <a:gd name="connsiteX104" fmla="*/ 992039 w 9662615"/>
              <a:gd name="connsiteY104" fmla="*/ 1556662 h 1600474"/>
              <a:gd name="connsiteX105" fmla="*/ 868264 w 9662615"/>
              <a:gd name="connsiteY105" fmla="*/ 1566392 h 1600474"/>
              <a:gd name="connsiteX106" fmla="*/ 792765 w 9662615"/>
              <a:gd name="connsiteY106" fmla="*/ 1563102 h 1600474"/>
              <a:gd name="connsiteX107" fmla="*/ 669055 w 9662615"/>
              <a:gd name="connsiteY107" fmla="*/ 1543638 h 1600474"/>
              <a:gd name="connsiteX108" fmla="*/ 506152 w 9662615"/>
              <a:gd name="connsiteY108" fmla="*/ 1549124 h 1600474"/>
              <a:gd name="connsiteX109" fmla="*/ 472797 w 9662615"/>
              <a:gd name="connsiteY109" fmla="*/ 1568904 h 1600474"/>
              <a:gd name="connsiteX110" fmla="*/ 427864 w 9662615"/>
              <a:gd name="connsiteY110" fmla="*/ 1580848 h 1600474"/>
              <a:gd name="connsiteX111" fmla="*/ 408381 w 9662615"/>
              <a:gd name="connsiteY111" fmla="*/ 1552940 h 1600474"/>
              <a:gd name="connsiteX112" fmla="*/ 267163 w 9662615"/>
              <a:gd name="connsiteY112" fmla="*/ 1531913 h 1600474"/>
              <a:gd name="connsiteX113" fmla="*/ 196644 w 9662615"/>
              <a:gd name="connsiteY113" fmla="*/ 1524565 h 1600474"/>
              <a:gd name="connsiteX114" fmla="*/ 86819 w 9662615"/>
              <a:gd name="connsiteY114" fmla="*/ 1519517 h 1600474"/>
              <a:gd name="connsiteX115" fmla="*/ 53369 w 9662615"/>
              <a:gd name="connsiteY115" fmla="*/ 1516853 h 1600474"/>
              <a:gd name="connsiteX116" fmla="*/ 2359 w 9662615"/>
              <a:gd name="connsiteY116" fmla="*/ 1515247 h 1600474"/>
              <a:gd name="connsiteX117" fmla="*/ 0 w 9662615"/>
              <a:gd name="connsiteY117" fmla="*/ 1514932 h 1600474"/>
              <a:gd name="connsiteX118" fmla="*/ 0 w 9662615"/>
              <a:gd name="connsiteY118" fmla="*/ 0 h 1600474"/>
              <a:gd name="connsiteX0" fmla="*/ 0 w 9662615"/>
              <a:gd name="connsiteY0" fmla="*/ 0 h 1679987"/>
              <a:gd name="connsiteX1" fmla="*/ 9662615 w 9662615"/>
              <a:gd name="connsiteY1" fmla="*/ 0 h 1679987"/>
              <a:gd name="connsiteX2" fmla="*/ 9662615 w 9662615"/>
              <a:gd name="connsiteY2" fmla="*/ 1280346 h 1679987"/>
              <a:gd name="connsiteX3" fmla="*/ 9658420 w 9662615"/>
              <a:gd name="connsiteY3" fmla="*/ 1280106 h 1679987"/>
              <a:gd name="connsiteX4" fmla="*/ 9469546 w 9662615"/>
              <a:gd name="connsiteY4" fmla="*/ 1289837 h 1679987"/>
              <a:gd name="connsiteX5" fmla="*/ 9385895 w 9662615"/>
              <a:gd name="connsiteY5" fmla="*/ 1269203 h 1679987"/>
              <a:gd name="connsiteX6" fmla="*/ 9144767 w 9662615"/>
              <a:gd name="connsiteY6" fmla="*/ 1264120 h 1679987"/>
              <a:gd name="connsiteX7" fmla="*/ 8837252 w 9662615"/>
              <a:gd name="connsiteY7" fmla="*/ 1350515 h 1679987"/>
              <a:gd name="connsiteX8" fmla="*/ 8705466 w 9662615"/>
              <a:gd name="connsiteY8" fmla="*/ 1342419 h 1679987"/>
              <a:gd name="connsiteX9" fmla="*/ 8652221 w 9662615"/>
              <a:gd name="connsiteY9" fmla="*/ 1326906 h 1679987"/>
              <a:gd name="connsiteX10" fmla="*/ 8632312 w 9662615"/>
              <a:gd name="connsiteY10" fmla="*/ 1326025 h 1679987"/>
              <a:gd name="connsiteX11" fmla="*/ 8591582 w 9662615"/>
              <a:gd name="connsiteY11" fmla="*/ 1341666 h 1679987"/>
              <a:gd name="connsiteX12" fmla="*/ 8537336 w 9662615"/>
              <a:gd name="connsiteY12" fmla="*/ 1341684 h 1679987"/>
              <a:gd name="connsiteX13" fmla="*/ 8472508 w 9662615"/>
              <a:gd name="connsiteY13" fmla="*/ 1363109 h 1679987"/>
              <a:gd name="connsiteX14" fmla="*/ 8258477 w 9662615"/>
              <a:gd name="connsiteY14" fmla="*/ 1370666 h 1679987"/>
              <a:gd name="connsiteX15" fmla="*/ 8197961 w 9662615"/>
              <a:gd name="connsiteY15" fmla="*/ 1392804 h 1679987"/>
              <a:gd name="connsiteX16" fmla="*/ 8171196 w 9662615"/>
              <a:gd name="connsiteY16" fmla="*/ 1397216 h 1679987"/>
              <a:gd name="connsiteX17" fmla="*/ 8127667 w 9662615"/>
              <a:gd name="connsiteY17" fmla="*/ 1418254 h 1679987"/>
              <a:gd name="connsiteX18" fmla="*/ 7974579 w 9662615"/>
              <a:gd name="connsiteY18" fmla="*/ 1383439 h 1679987"/>
              <a:gd name="connsiteX19" fmla="*/ 7768351 w 9662615"/>
              <a:gd name="connsiteY19" fmla="*/ 1395051 h 1679987"/>
              <a:gd name="connsiteX20" fmla="*/ 7635985 w 9662615"/>
              <a:gd name="connsiteY20" fmla="*/ 1386363 h 1679987"/>
              <a:gd name="connsiteX21" fmla="*/ 7466069 w 9662615"/>
              <a:gd name="connsiteY21" fmla="*/ 1377654 h 1679987"/>
              <a:gd name="connsiteX22" fmla="*/ 7355642 w 9662615"/>
              <a:gd name="connsiteY22" fmla="*/ 1407761 h 1679987"/>
              <a:gd name="connsiteX23" fmla="*/ 7151610 w 9662615"/>
              <a:gd name="connsiteY23" fmla="*/ 1397856 h 1679987"/>
              <a:gd name="connsiteX24" fmla="*/ 7082147 w 9662615"/>
              <a:gd name="connsiteY24" fmla="*/ 1406113 h 1679987"/>
              <a:gd name="connsiteX25" fmla="*/ 7014958 w 9662615"/>
              <a:gd name="connsiteY25" fmla="*/ 1396883 h 1679987"/>
              <a:gd name="connsiteX26" fmla="*/ 6907567 w 9662615"/>
              <a:gd name="connsiteY26" fmla="*/ 1419149 h 1679987"/>
              <a:gd name="connsiteX27" fmla="*/ 6748428 w 9662615"/>
              <a:gd name="connsiteY27" fmla="*/ 1420308 h 1679987"/>
              <a:gd name="connsiteX28" fmla="*/ 6654257 w 9662615"/>
              <a:gd name="connsiteY28" fmla="*/ 1424143 h 1679987"/>
              <a:gd name="connsiteX29" fmla="*/ 6620123 w 9662615"/>
              <a:gd name="connsiteY29" fmla="*/ 1430535 h 1679987"/>
              <a:gd name="connsiteX30" fmla="*/ 6571355 w 9662615"/>
              <a:gd name="connsiteY30" fmla="*/ 1436144 h 1679987"/>
              <a:gd name="connsiteX31" fmla="*/ 6486557 w 9662615"/>
              <a:gd name="connsiteY31" fmla="*/ 1449861 h 1679987"/>
              <a:gd name="connsiteX32" fmla="*/ 6370419 w 9662615"/>
              <a:gd name="connsiteY32" fmla="*/ 1461649 h 1679987"/>
              <a:gd name="connsiteX33" fmla="*/ 6278839 w 9662615"/>
              <a:gd name="connsiteY33" fmla="*/ 1449160 h 1679987"/>
              <a:gd name="connsiteX34" fmla="*/ 6272455 w 9662615"/>
              <a:gd name="connsiteY34" fmla="*/ 1453191 h 1679987"/>
              <a:gd name="connsiteX35" fmla="*/ 6212659 w 9662615"/>
              <a:gd name="connsiteY35" fmla="*/ 1454850 h 1679987"/>
              <a:gd name="connsiteX36" fmla="*/ 6069317 w 9662615"/>
              <a:gd name="connsiteY36" fmla="*/ 1445838 h 1679987"/>
              <a:gd name="connsiteX37" fmla="*/ 5878477 w 9662615"/>
              <a:gd name="connsiteY37" fmla="*/ 1439180 h 1679987"/>
              <a:gd name="connsiteX38" fmla="*/ 5838387 w 9662615"/>
              <a:gd name="connsiteY38" fmla="*/ 1444679 h 1679987"/>
              <a:gd name="connsiteX39" fmla="*/ 5771136 w 9662615"/>
              <a:gd name="connsiteY39" fmla="*/ 1453639 h 1679987"/>
              <a:gd name="connsiteX40" fmla="*/ 5724081 w 9662615"/>
              <a:gd name="connsiteY40" fmla="*/ 1470431 h 1679987"/>
              <a:gd name="connsiteX41" fmla="*/ 5666577 w 9662615"/>
              <a:gd name="connsiteY41" fmla="*/ 1473921 h 1679987"/>
              <a:gd name="connsiteX42" fmla="*/ 5649068 w 9662615"/>
              <a:gd name="connsiteY42" fmla="*/ 1461676 h 1679987"/>
              <a:gd name="connsiteX43" fmla="*/ 5588902 w 9662615"/>
              <a:gd name="connsiteY43" fmla="*/ 1469647 h 1679987"/>
              <a:gd name="connsiteX44" fmla="*/ 5498090 w 9662615"/>
              <a:gd name="connsiteY44" fmla="*/ 1483173 h 1679987"/>
              <a:gd name="connsiteX45" fmla="*/ 5444641 w 9662615"/>
              <a:gd name="connsiteY45" fmla="*/ 1487602 h 1679987"/>
              <a:gd name="connsiteX46" fmla="*/ 5299812 w 9662615"/>
              <a:gd name="connsiteY46" fmla="*/ 1503362 h 1679987"/>
              <a:gd name="connsiteX47" fmla="*/ 5213947 w 9662615"/>
              <a:gd name="connsiteY47" fmla="*/ 1516637 h 1679987"/>
              <a:gd name="connsiteX48" fmla="*/ 5090342 w 9662615"/>
              <a:gd name="connsiteY48" fmla="*/ 1546680 h 1679987"/>
              <a:gd name="connsiteX49" fmla="*/ 5129812 w 9662615"/>
              <a:gd name="connsiteY49" fmla="*/ 1521277 h 1679987"/>
              <a:gd name="connsiteX50" fmla="*/ 5059484 w 9662615"/>
              <a:gd name="connsiteY50" fmla="*/ 1546802 h 1679987"/>
              <a:gd name="connsiteX51" fmla="*/ 5038524 w 9662615"/>
              <a:gd name="connsiteY51" fmla="*/ 1545675 h 1679987"/>
              <a:gd name="connsiteX52" fmla="*/ 5026564 w 9662615"/>
              <a:gd name="connsiteY52" fmla="*/ 1545376 h 1679987"/>
              <a:gd name="connsiteX53" fmla="*/ 4969433 w 9662615"/>
              <a:gd name="connsiteY53" fmla="*/ 1550865 h 1679987"/>
              <a:gd name="connsiteX54" fmla="*/ 4929254 w 9662615"/>
              <a:gd name="connsiteY54" fmla="*/ 1563452 h 1679987"/>
              <a:gd name="connsiteX55" fmla="*/ 4871726 w 9662615"/>
              <a:gd name="connsiteY55" fmla="*/ 1570584 h 1679987"/>
              <a:gd name="connsiteX56" fmla="*/ 4843267 w 9662615"/>
              <a:gd name="connsiteY56" fmla="*/ 1561459 h 1679987"/>
              <a:gd name="connsiteX57" fmla="*/ 4821058 w 9662615"/>
              <a:gd name="connsiteY57" fmla="*/ 1553078 h 1679987"/>
              <a:gd name="connsiteX58" fmla="*/ 4791466 w 9662615"/>
              <a:gd name="connsiteY58" fmla="*/ 1561324 h 1679987"/>
              <a:gd name="connsiteX59" fmla="*/ 4784247 w 9662615"/>
              <a:gd name="connsiteY59" fmla="*/ 1562342 h 1679987"/>
              <a:gd name="connsiteX60" fmla="*/ 4739309 w 9662615"/>
              <a:gd name="connsiteY60" fmla="*/ 1553948 h 1679987"/>
              <a:gd name="connsiteX61" fmla="*/ 4697562 w 9662615"/>
              <a:gd name="connsiteY61" fmla="*/ 1551206 h 1679987"/>
              <a:gd name="connsiteX62" fmla="*/ 4650737 w 9662615"/>
              <a:gd name="connsiteY62" fmla="*/ 1537381 h 1679987"/>
              <a:gd name="connsiteX63" fmla="*/ 4583150 w 9662615"/>
              <a:gd name="connsiteY63" fmla="*/ 1529064 h 1679987"/>
              <a:gd name="connsiteX64" fmla="*/ 4521734 w 9662615"/>
              <a:gd name="connsiteY64" fmla="*/ 1529359 h 1679987"/>
              <a:gd name="connsiteX65" fmla="*/ 4382398 w 9662615"/>
              <a:gd name="connsiteY65" fmla="*/ 1534108 h 1679987"/>
              <a:gd name="connsiteX66" fmla="*/ 4221826 w 9662615"/>
              <a:gd name="connsiteY66" fmla="*/ 1500972 h 1679987"/>
              <a:gd name="connsiteX67" fmla="*/ 4096601 w 9662615"/>
              <a:gd name="connsiteY67" fmla="*/ 1521563 h 1679987"/>
              <a:gd name="connsiteX68" fmla="*/ 3879195 w 9662615"/>
              <a:gd name="connsiteY68" fmla="*/ 1679987 h 1679987"/>
              <a:gd name="connsiteX69" fmla="*/ 3833906 w 9662615"/>
              <a:gd name="connsiteY69" fmla="*/ 1516637 h 1679987"/>
              <a:gd name="connsiteX70" fmla="*/ 3696258 w 9662615"/>
              <a:gd name="connsiteY70" fmla="*/ 1537563 h 1679987"/>
              <a:gd name="connsiteX71" fmla="*/ 3594070 w 9662615"/>
              <a:gd name="connsiteY71" fmla="*/ 1509422 h 1679987"/>
              <a:gd name="connsiteX72" fmla="*/ 3565233 w 9662615"/>
              <a:gd name="connsiteY72" fmla="*/ 1515122 h 1679987"/>
              <a:gd name="connsiteX73" fmla="*/ 3560267 w 9662615"/>
              <a:gd name="connsiteY73" fmla="*/ 1516288 h 1679987"/>
              <a:gd name="connsiteX74" fmla="*/ 3540258 w 9662615"/>
              <a:gd name="connsiteY74" fmla="*/ 1516976 h 1679987"/>
              <a:gd name="connsiteX75" fmla="*/ 3534780 w 9662615"/>
              <a:gd name="connsiteY75" fmla="*/ 1522141 h 1679987"/>
              <a:gd name="connsiteX76" fmla="*/ 3504783 w 9662615"/>
              <a:gd name="connsiteY76" fmla="*/ 1526739 h 1679987"/>
              <a:gd name="connsiteX77" fmla="*/ 3430805 w 9662615"/>
              <a:gd name="connsiteY77" fmla="*/ 1542521 h 1679987"/>
              <a:gd name="connsiteX78" fmla="*/ 3292707 w 9662615"/>
              <a:gd name="connsiteY78" fmla="*/ 1520490 h 1679987"/>
              <a:gd name="connsiteX79" fmla="*/ 3187872 w 9662615"/>
              <a:gd name="connsiteY79" fmla="*/ 1519991 h 1679987"/>
              <a:gd name="connsiteX80" fmla="*/ 3148026 w 9662615"/>
              <a:gd name="connsiteY80" fmla="*/ 1524777 h 1679987"/>
              <a:gd name="connsiteX81" fmla="*/ 3092394 w 9662615"/>
              <a:gd name="connsiteY81" fmla="*/ 1528115 h 1679987"/>
              <a:gd name="connsiteX82" fmla="*/ 2994200 w 9662615"/>
              <a:gd name="connsiteY82" fmla="*/ 1537857 h 1679987"/>
              <a:gd name="connsiteX83" fmla="*/ 2862301 w 9662615"/>
              <a:gd name="connsiteY83" fmla="*/ 1544250 h 1679987"/>
              <a:gd name="connsiteX84" fmla="*/ 2766335 w 9662615"/>
              <a:gd name="connsiteY84" fmla="*/ 1527662 h 1679987"/>
              <a:gd name="connsiteX85" fmla="*/ 2757836 w 9662615"/>
              <a:gd name="connsiteY85" fmla="*/ 1531371 h 1679987"/>
              <a:gd name="connsiteX86" fmla="*/ 2691555 w 9662615"/>
              <a:gd name="connsiteY86" fmla="*/ 1530283 h 1679987"/>
              <a:gd name="connsiteX87" fmla="*/ 2491676 w 9662615"/>
              <a:gd name="connsiteY87" fmla="*/ 1500859 h 1679987"/>
              <a:gd name="connsiteX88" fmla="*/ 2378036 w 9662615"/>
              <a:gd name="connsiteY88" fmla="*/ 1520645 h 1679987"/>
              <a:gd name="connsiteX89" fmla="*/ 2284269 w 9662615"/>
              <a:gd name="connsiteY89" fmla="*/ 1503068 h 1679987"/>
              <a:gd name="connsiteX90" fmla="*/ 2207104 w 9662615"/>
              <a:gd name="connsiteY90" fmla="*/ 1508888 h 1679987"/>
              <a:gd name="connsiteX91" fmla="*/ 2149226 w 9662615"/>
              <a:gd name="connsiteY91" fmla="*/ 1523409 h 1679987"/>
              <a:gd name="connsiteX92" fmla="*/ 2084783 w 9662615"/>
              <a:gd name="connsiteY92" fmla="*/ 1524245 h 1679987"/>
              <a:gd name="connsiteX93" fmla="*/ 2070075 w 9662615"/>
              <a:gd name="connsiteY93" fmla="*/ 1511285 h 1679987"/>
              <a:gd name="connsiteX94" fmla="*/ 2001057 w 9662615"/>
              <a:gd name="connsiteY94" fmla="*/ 1516449 h 1679987"/>
              <a:gd name="connsiteX95" fmla="*/ 1896330 w 9662615"/>
              <a:gd name="connsiteY95" fmla="*/ 1525725 h 1679987"/>
              <a:gd name="connsiteX96" fmla="*/ 1835994 w 9662615"/>
              <a:gd name="connsiteY96" fmla="*/ 1527678 h 1679987"/>
              <a:gd name="connsiteX97" fmla="*/ 1671119 w 9662615"/>
              <a:gd name="connsiteY97" fmla="*/ 1536701 h 1679987"/>
              <a:gd name="connsiteX98" fmla="*/ 1601337 w 9662615"/>
              <a:gd name="connsiteY98" fmla="*/ 1548552 h 1679987"/>
              <a:gd name="connsiteX99" fmla="*/ 1407755 w 9662615"/>
              <a:gd name="connsiteY99" fmla="*/ 1571444 h 1679987"/>
              <a:gd name="connsiteX100" fmla="*/ 1271994 w 9662615"/>
              <a:gd name="connsiteY100" fmla="*/ 1579471 h 1679987"/>
              <a:gd name="connsiteX101" fmla="*/ 1249226 w 9662615"/>
              <a:gd name="connsiteY101" fmla="*/ 1583140 h 1679987"/>
              <a:gd name="connsiteX102" fmla="*/ 1217719 w 9662615"/>
              <a:gd name="connsiteY102" fmla="*/ 1580863 h 1679987"/>
              <a:gd name="connsiteX103" fmla="*/ 1091432 w 9662615"/>
              <a:gd name="connsiteY103" fmla="*/ 1571003 h 1679987"/>
              <a:gd name="connsiteX104" fmla="*/ 992039 w 9662615"/>
              <a:gd name="connsiteY104" fmla="*/ 1556662 h 1679987"/>
              <a:gd name="connsiteX105" fmla="*/ 868264 w 9662615"/>
              <a:gd name="connsiteY105" fmla="*/ 1566392 h 1679987"/>
              <a:gd name="connsiteX106" fmla="*/ 792765 w 9662615"/>
              <a:gd name="connsiteY106" fmla="*/ 1563102 h 1679987"/>
              <a:gd name="connsiteX107" fmla="*/ 669055 w 9662615"/>
              <a:gd name="connsiteY107" fmla="*/ 1543638 h 1679987"/>
              <a:gd name="connsiteX108" fmla="*/ 506152 w 9662615"/>
              <a:gd name="connsiteY108" fmla="*/ 1549124 h 1679987"/>
              <a:gd name="connsiteX109" fmla="*/ 472797 w 9662615"/>
              <a:gd name="connsiteY109" fmla="*/ 1568904 h 1679987"/>
              <a:gd name="connsiteX110" fmla="*/ 427864 w 9662615"/>
              <a:gd name="connsiteY110" fmla="*/ 1580848 h 1679987"/>
              <a:gd name="connsiteX111" fmla="*/ 408381 w 9662615"/>
              <a:gd name="connsiteY111" fmla="*/ 1552940 h 1679987"/>
              <a:gd name="connsiteX112" fmla="*/ 267163 w 9662615"/>
              <a:gd name="connsiteY112" fmla="*/ 1531913 h 1679987"/>
              <a:gd name="connsiteX113" fmla="*/ 196644 w 9662615"/>
              <a:gd name="connsiteY113" fmla="*/ 1524565 h 1679987"/>
              <a:gd name="connsiteX114" fmla="*/ 86819 w 9662615"/>
              <a:gd name="connsiteY114" fmla="*/ 1519517 h 1679987"/>
              <a:gd name="connsiteX115" fmla="*/ 53369 w 9662615"/>
              <a:gd name="connsiteY115" fmla="*/ 1516853 h 1679987"/>
              <a:gd name="connsiteX116" fmla="*/ 2359 w 9662615"/>
              <a:gd name="connsiteY116" fmla="*/ 1515247 h 1679987"/>
              <a:gd name="connsiteX117" fmla="*/ 0 w 9662615"/>
              <a:gd name="connsiteY117" fmla="*/ 1514932 h 1679987"/>
              <a:gd name="connsiteX118" fmla="*/ 0 w 9662615"/>
              <a:gd name="connsiteY118" fmla="*/ 0 h 1679987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723719"/>
              <a:gd name="connsiteX1" fmla="*/ 9662615 w 9662615"/>
              <a:gd name="connsiteY1" fmla="*/ 0 h 1723719"/>
              <a:gd name="connsiteX2" fmla="*/ 9662615 w 9662615"/>
              <a:gd name="connsiteY2" fmla="*/ 1280346 h 1723719"/>
              <a:gd name="connsiteX3" fmla="*/ 9658420 w 9662615"/>
              <a:gd name="connsiteY3" fmla="*/ 1280106 h 1723719"/>
              <a:gd name="connsiteX4" fmla="*/ 9469546 w 9662615"/>
              <a:gd name="connsiteY4" fmla="*/ 1289837 h 1723719"/>
              <a:gd name="connsiteX5" fmla="*/ 9385895 w 9662615"/>
              <a:gd name="connsiteY5" fmla="*/ 1269203 h 1723719"/>
              <a:gd name="connsiteX6" fmla="*/ 9144767 w 9662615"/>
              <a:gd name="connsiteY6" fmla="*/ 1264120 h 1723719"/>
              <a:gd name="connsiteX7" fmla="*/ 8837252 w 9662615"/>
              <a:gd name="connsiteY7" fmla="*/ 1350515 h 1723719"/>
              <a:gd name="connsiteX8" fmla="*/ 8705466 w 9662615"/>
              <a:gd name="connsiteY8" fmla="*/ 1342419 h 1723719"/>
              <a:gd name="connsiteX9" fmla="*/ 8652221 w 9662615"/>
              <a:gd name="connsiteY9" fmla="*/ 1326906 h 1723719"/>
              <a:gd name="connsiteX10" fmla="*/ 8632312 w 9662615"/>
              <a:gd name="connsiteY10" fmla="*/ 1326025 h 1723719"/>
              <a:gd name="connsiteX11" fmla="*/ 8591582 w 9662615"/>
              <a:gd name="connsiteY11" fmla="*/ 1341666 h 1723719"/>
              <a:gd name="connsiteX12" fmla="*/ 8537336 w 9662615"/>
              <a:gd name="connsiteY12" fmla="*/ 1341684 h 1723719"/>
              <a:gd name="connsiteX13" fmla="*/ 8472508 w 9662615"/>
              <a:gd name="connsiteY13" fmla="*/ 1363109 h 1723719"/>
              <a:gd name="connsiteX14" fmla="*/ 8258477 w 9662615"/>
              <a:gd name="connsiteY14" fmla="*/ 1370666 h 1723719"/>
              <a:gd name="connsiteX15" fmla="*/ 8197961 w 9662615"/>
              <a:gd name="connsiteY15" fmla="*/ 1392804 h 1723719"/>
              <a:gd name="connsiteX16" fmla="*/ 8171196 w 9662615"/>
              <a:gd name="connsiteY16" fmla="*/ 1397216 h 1723719"/>
              <a:gd name="connsiteX17" fmla="*/ 8127667 w 9662615"/>
              <a:gd name="connsiteY17" fmla="*/ 1418254 h 1723719"/>
              <a:gd name="connsiteX18" fmla="*/ 7974579 w 9662615"/>
              <a:gd name="connsiteY18" fmla="*/ 1383439 h 1723719"/>
              <a:gd name="connsiteX19" fmla="*/ 7768351 w 9662615"/>
              <a:gd name="connsiteY19" fmla="*/ 1395051 h 1723719"/>
              <a:gd name="connsiteX20" fmla="*/ 7635985 w 9662615"/>
              <a:gd name="connsiteY20" fmla="*/ 1386363 h 1723719"/>
              <a:gd name="connsiteX21" fmla="*/ 7466069 w 9662615"/>
              <a:gd name="connsiteY21" fmla="*/ 1377654 h 1723719"/>
              <a:gd name="connsiteX22" fmla="*/ 7355642 w 9662615"/>
              <a:gd name="connsiteY22" fmla="*/ 1407761 h 1723719"/>
              <a:gd name="connsiteX23" fmla="*/ 7151610 w 9662615"/>
              <a:gd name="connsiteY23" fmla="*/ 1397856 h 1723719"/>
              <a:gd name="connsiteX24" fmla="*/ 7082147 w 9662615"/>
              <a:gd name="connsiteY24" fmla="*/ 1406113 h 1723719"/>
              <a:gd name="connsiteX25" fmla="*/ 7014958 w 9662615"/>
              <a:gd name="connsiteY25" fmla="*/ 1396883 h 1723719"/>
              <a:gd name="connsiteX26" fmla="*/ 6907567 w 9662615"/>
              <a:gd name="connsiteY26" fmla="*/ 1419149 h 1723719"/>
              <a:gd name="connsiteX27" fmla="*/ 6748428 w 9662615"/>
              <a:gd name="connsiteY27" fmla="*/ 1420308 h 1723719"/>
              <a:gd name="connsiteX28" fmla="*/ 6654257 w 9662615"/>
              <a:gd name="connsiteY28" fmla="*/ 1424143 h 1723719"/>
              <a:gd name="connsiteX29" fmla="*/ 6620123 w 9662615"/>
              <a:gd name="connsiteY29" fmla="*/ 1430535 h 1723719"/>
              <a:gd name="connsiteX30" fmla="*/ 6571355 w 9662615"/>
              <a:gd name="connsiteY30" fmla="*/ 1436144 h 1723719"/>
              <a:gd name="connsiteX31" fmla="*/ 6486557 w 9662615"/>
              <a:gd name="connsiteY31" fmla="*/ 1449861 h 1723719"/>
              <a:gd name="connsiteX32" fmla="*/ 6370419 w 9662615"/>
              <a:gd name="connsiteY32" fmla="*/ 1461649 h 1723719"/>
              <a:gd name="connsiteX33" fmla="*/ 6278839 w 9662615"/>
              <a:gd name="connsiteY33" fmla="*/ 1449160 h 1723719"/>
              <a:gd name="connsiteX34" fmla="*/ 6272455 w 9662615"/>
              <a:gd name="connsiteY34" fmla="*/ 1453191 h 1723719"/>
              <a:gd name="connsiteX35" fmla="*/ 6212659 w 9662615"/>
              <a:gd name="connsiteY35" fmla="*/ 1454850 h 1723719"/>
              <a:gd name="connsiteX36" fmla="*/ 6069317 w 9662615"/>
              <a:gd name="connsiteY36" fmla="*/ 1445838 h 1723719"/>
              <a:gd name="connsiteX37" fmla="*/ 5878477 w 9662615"/>
              <a:gd name="connsiteY37" fmla="*/ 1439180 h 1723719"/>
              <a:gd name="connsiteX38" fmla="*/ 5838387 w 9662615"/>
              <a:gd name="connsiteY38" fmla="*/ 1444679 h 1723719"/>
              <a:gd name="connsiteX39" fmla="*/ 5771136 w 9662615"/>
              <a:gd name="connsiteY39" fmla="*/ 1453639 h 1723719"/>
              <a:gd name="connsiteX40" fmla="*/ 5724081 w 9662615"/>
              <a:gd name="connsiteY40" fmla="*/ 1470431 h 1723719"/>
              <a:gd name="connsiteX41" fmla="*/ 5666577 w 9662615"/>
              <a:gd name="connsiteY41" fmla="*/ 1473921 h 1723719"/>
              <a:gd name="connsiteX42" fmla="*/ 5649068 w 9662615"/>
              <a:gd name="connsiteY42" fmla="*/ 1461676 h 1723719"/>
              <a:gd name="connsiteX43" fmla="*/ 5588902 w 9662615"/>
              <a:gd name="connsiteY43" fmla="*/ 1469647 h 1723719"/>
              <a:gd name="connsiteX44" fmla="*/ 5498090 w 9662615"/>
              <a:gd name="connsiteY44" fmla="*/ 1483173 h 1723719"/>
              <a:gd name="connsiteX45" fmla="*/ 5444641 w 9662615"/>
              <a:gd name="connsiteY45" fmla="*/ 1487602 h 1723719"/>
              <a:gd name="connsiteX46" fmla="*/ 5299812 w 9662615"/>
              <a:gd name="connsiteY46" fmla="*/ 1503362 h 1723719"/>
              <a:gd name="connsiteX47" fmla="*/ 5213947 w 9662615"/>
              <a:gd name="connsiteY47" fmla="*/ 1516637 h 1723719"/>
              <a:gd name="connsiteX48" fmla="*/ 5090342 w 9662615"/>
              <a:gd name="connsiteY48" fmla="*/ 1546680 h 1723719"/>
              <a:gd name="connsiteX49" fmla="*/ 5129812 w 9662615"/>
              <a:gd name="connsiteY49" fmla="*/ 1521277 h 1723719"/>
              <a:gd name="connsiteX50" fmla="*/ 5059484 w 9662615"/>
              <a:gd name="connsiteY50" fmla="*/ 1546802 h 1723719"/>
              <a:gd name="connsiteX51" fmla="*/ 5038524 w 9662615"/>
              <a:gd name="connsiteY51" fmla="*/ 1545675 h 1723719"/>
              <a:gd name="connsiteX52" fmla="*/ 5026564 w 9662615"/>
              <a:gd name="connsiteY52" fmla="*/ 1545376 h 1723719"/>
              <a:gd name="connsiteX53" fmla="*/ 4969433 w 9662615"/>
              <a:gd name="connsiteY53" fmla="*/ 1550865 h 1723719"/>
              <a:gd name="connsiteX54" fmla="*/ 4929254 w 9662615"/>
              <a:gd name="connsiteY54" fmla="*/ 1563452 h 1723719"/>
              <a:gd name="connsiteX55" fmla="*/ 4871726 w 9662615"/>
              <a:gd name="connsiteY55" fmla="*/ 1570584 h 1723719"/>
              <a:gd name="connsiteX56" fmla="*/ 4843267 w 9662615"/>
              <a:gd name="connsiteY56" fmla="*/ 1561459 h 1723719"/>
              <a:gd name="connsiteX57" fmla="*/ 4821058 w 9662615"/>
              <a:gd name="connsiteY57" fmla="*/ 1553078 h 1723719"/>
              <a:gd name="connsiteX58" fmla="*/ 4791466 w 9662615"/>
              <a:gd name="connsiteY58" fmla="*/ 1561324 h 1723719"/>
              <a:gd name="connsiteX59" fmla="*/ 4784247 w 9662615"/>
              <a:gd name="connsiteY59" fmla="*/ 1562342 h 1723719"/>
              <a:gd name="connsiteX60" fmla="*/ 4739309 w 9662615"/>
              <a:gd name="connsiteY60" fmla="*/ 1553948 h 1723719"/>
              <a:gd name="connsiteX61" fmla="*/ 4697562 w 9662615"/>
              <a:gd name="connsiteY61" fmla="*/ 1551206 h 1723719"/>
              <a:gd name="connsiteX62" fmla="*/ 4650737 w 9662615"/>
              <a:gd name="connsiteY62" fmla="*/ 1537381 h 1723719"/>
              <a:gd name="connsiteX63" fmla="*/ 4583150 w 9662615"/>
              <a:gd name="connsiteY63" fmla="*/ 1529064 h 1723719"/>
              <a:gd name="connsiteX64" fmla="*/ 4521734 w 9662615"/>
              <a:gd name="connsiteY64" fmla="*/ 1529359 h 1723719"/>
              <a:gd name="connsiteX65" fmla="*/ 4382398 w 9662615"/>
              <a:gd name="connsiteY65" fmla="*/ 1534108 h 1723719"/>
              <a:gd name="connsiteX66" fmla="*/ 4221826 w 9662615"/>
              <a:gd name="connsiteY66" fmla="*/ 1500972 h 1723719"/>
              <a:gd name="connsiteX67" fmla="*/ 4096601 w 9662615"/>
              <a:gd name="connsiteY67" fmla="*/ 1521563 h 1723719"/>
              <a:gd name="connsiteX68" fmla="*/ 3970635 w 9662615"/>
              <a:gd name="connsiteY68" fmla="*/ 1723719 h 1723719"/>
              <a:gd name="connsiteX69" fmla="*/ 3833906 w 9662615"/>
              <a:gd name="connsiteY69" fmla="*/ 1516637 h 1723719"/>
              <a:gd name="connsiteX70" fmla="*/ 3696258 w 9662615"/>
              <a:gd name="connsiteY70" fmla="*/ 1537563 h 1723719"/>
              <a:gd name="connsiteX71" fmla="*/ 3594070 w 9662615"/>
              <a:gd name="connsiteY71" fmla="*/ 1509422 h 1723719"/>
              <a:gd name="connsiteX72" fmla="*/ 3565233 w 9662615"/>
              <a:gd name="connsiteY72" fmla="*/ 1515122 h 1723719"/>
              <a:gd name="connsiteX73" fmla="*/ 3560267 w 9662615"/>
              <a:gd name="connsiteY73" fmla="*/ 1516288 h 1723719"/>
              <a:gd name="connsiteX74" fmla="*/ 3540258 w 9662615"/>
              <a:gd name="connsiteY74" fmla="*/ 1516976 h 1723719"/>
              <a:gd name="connsiteX75" fmla="*/ 3534780 w 9662615"/>
              <a:gd name="connsiteY75" fmla="*/ 1522141 h 1723719"/>
              <a:gd name="connsiteX76" fmla="*/ 3504783 w 9662615"/>
              <a:gd name="connsiteY76" fmla="*/ 1526739 h 1723719"/>
              <a:gd name="connsiteX77" fmla="*/ 3430805 w 9662615"/>
              <a:gd name="connsiteY77" fmla="*/ 1542521 h 1723719"/>
              <a:gd name="connsiteX78" fmla="*/ 3292707 w 9662615"/>
              <a:gd name="connsiteY78" fmla="*/ 1520490 h 1723719"/>
              <a:gd name="connsiteX79" fmla="*/ 3187872 w 9662615"/>
              <a:gd name="connsiteY79" fmla="*/ 1519991 h 1723719"/>
              <a:gd name="connsiteX80" fmla="*/ 3148026 w 9662615"/>
              <a:gd name="connsiteY80" fmla="*/ 1524777 h 1723719"/>
              <a:gd name="connsiteX81" fmla="*/ 3092394 w 9662615"/>
              <a:gd name="connsiteY81" fmla="*/ 1528115 h 1723719"/>
              <a:gd name="connsiteX82" fmla="*/ 2994200 w 9662615"/>
              <a:gd name="connsiteY82" fmla="*/ 1537857 h 1723719"/>
              <a:gd name="connsiteX83" fmla="*/ 2862301 w 9662615"/>
              <a:gd name="connsiteY83" fmla="*/ 1544250 h 1723719"/>
              <a:gd name="connsiteX84" fmla="*/ 2766335 w 9662615"/>
              <a:gd name="connsiteY84" fmla="*/ 1527662 h 1723719"/>
              <a:gd name="connsiteX85" fmla="*/ 2757836 w 9662615"/>
              <a:gd name="connsiteY85" fmla="*/ 1531371 h 1723719"/>
              <a:gd name="connsiteX86" fmla="*/ 2691555 w 9662615"/>
              <a:gd name="connsiteY86" fmla="*/ 1530283 h 1723719"/>
              <a:gd name="connsiteX87" fmla="*/ 2491676 w 9662615"/>
              <a:gd name="connsiteY87" fmla="*/ 1500859 h 1723719"/>
              <a:gd name="connsiteX88" fmla="*/ 2378036 w 9662615"/>
              <a:gd name="connsiteY88" fmla="*/ 1520645 h 1723719"/>
              <a:gd name="connsiteX89" fmla="*/ 2284269 w 9662615"/>
              <a:gd name="connsiteY89" fmla="*/ 1503068 h 1723719"/>
              <a:gd name="connsiteX90" fmla="*/ 2207104 w 9662615"/>
              <a:gd name="connsiteY90" fmla="*/ 1508888 h 1723719"/>
              <a:gd name="connsiteX91" fmla="*/ 2149226 w 9662615"/>
              <a:gd name="connsiteY91" fmla="*/ 1523409 h 1723719"/>
              <a:gd name="connsiteX92" fmla="*/ 2084783 w 9662615"/>
              <a:gd name="connsiteY92" fmla="*/ 1524245 h 1723719"/>
              <a:gd name="connsiteX93" fmla="*/ 2070075 w 9662615"/>
              <a:gd name="connsiteY93" fmla="*/ 1511285 h 1723719"/>
              <a:gd name="connsiteX94" fmla="*/ 2001057 w 9662615"/>
              <a:gd name="connsiteY94" fmla="*/ 1516449 h 1723719"/>
              <a:gd name="connsiteX95" fmla="*/ 1896330 w 9662615"/>
              <a:gd name="connsiteY95" fmla="*/ 1525725 h 1723719"/>
              <a:gd name="connsiteX96" fmla="*/ 1835994 w 9662615"/>
              <a:gd name="connsiteY96" fmla="*/ 1527678 h 1723719"/>
              <a:gd name="connsiteX97" fmla="*/ 1671119 w 9662615"/>
              <a:gd name="connsiteY97" fmla="*/ 1536701 h 1723719"/>
              <a:gd name="connsiteX98" fmla="*/ 1601337 w 9662615"/>
              <a:gd name="connsiteY98" fmla="*/ 1548552 h 1723719"/>
              <a:gd name="connsiteX99" fmla="*/ 1407755 w 9662615"/>
              <a:gd name="connsiteY99" fmla="*/ 1571444 h 1723719"/>
              <a:gd name="connsiteX100" fmla="*/ 1271994 w 9662615"/>
              <a:gd name="connsiteY100" fmla="*/ 1579471 h 1723719"/>
              <a:gd name="connsiteX101" fmla="*/ 1249226 w 9662615"/>
              <a:gd name="connsiteY101" fmla="*/ 1583140 h 1723719"/>
              <a:gd name="connsiteX102" fmla="*/ 1217719 w 9662615"/>
              <a:gd name="connsiteY102" fmla="*/ 1580863 h 1723719"/>
              <a:gd name="connsiteX103" fmla="*/ 1091432 w 9662615"/>
              <a:gd name="connsiteY103" fmla="*/ 1571003 h 1723719"/>
              <a:gd name="connsiteX104" fmla="*/ 992039 w 9662615"/>
              <a:gd name="connsiteY104" fmla="*/ 1556662 h 1723719"/>
              <a:gd name="connsiteX105" fmla="*/ 868264 w 9662615"/>
              <a:gd name="connsiteY105" fmla="*/ 1566392 h 1723719"/>
              <a:gd name="connsiteX106" fmla="*/ 792765 w 9662615"/>
              <a:gd name="connsiteY106" fmla="*/ 1563102 h 1723719"/>
              <a:gd name="connsiteX107" fmla="*/ 669055 w 9662615"/>
              <a:gd name="connsiteY107" fmla="*/ 1543638 h 1723719"/>
              <a:gd name="connsiteX108" fmla="*/ 506152 w 9662615"/>
              <a:gd name="connsiteY108" fmla="*/ 1549124 h 1723719"/>
              <a:gd name="connsiteX109" fmla="*/ 472797 w 9662615"/>
              <a:gd name="connsiteY109" fmla="*/ 1568904 h 1723719"/>
              <a:gd name="connsiteX110" fmla="*/ 427864 w 9662615"/>
              <a:gd name="connsiteY110" fmla="*/ 1580848 h 1723719"/>
              <a:gd name="connsiteX111" fmla="*/ 408381 w 9662615"/>
              <a:gd name="connsiteY111" fmla="*/ 1552940 h 1723719"/>
              <a:gd name="connsiteX112" fmla="*/ 267163 w 9662615"/>
              <a:gd name="connsiteY112" fmla="*/ 1531913 h 1723719"/>
              <a:gd name="connsiteX113" fmla="*/ 196644 w 9662615"/>
              <a:gd name="connsiteY113" fmla="*/ 1524565 h 1723719"/>
              <a:gd name="connsiteX114" fmla="*/ 86819 w 9662615"/>
              <a:gd name="connsiteY114" fmla="*/ 1519517 h 1723719"/>
              <a:gd name="connsiteX115" fmla="*/ 53369 w 9662615"/>
              <a:gd name="connsiteY115" fmla="*/ 1516853 h 1723719"/>
              <a:gd name="connsiteX116" fmla="*/ 2359 w 9662615"/>
              <a:gd name="connsiteY116" fmla="*/ 1515247 h 1723719"/>
              <a:gd name="connsiteX117" fmla="*/ 0 w 9662615"/>
              <a:gd name="connsiteY117" fmla="*/ 1514932 h 1723719"/>
              <a:gd name="connsiteX118" fmla="*/ 0 w 9662615"/>
              <a:gd name="connsiteY118" fmla="*/ 0 h 1723719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18664 w 9662615"/>
              <a:gd name="connsiteY3" fmla="*/ 1331789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408381 w 9662615"/>
              <a:gd name="connsiteY110" fmla="*/ 1552940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40355 w 9662615"/>
              <a:gd name="connsiteY103" fmla="*/ 1560638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71994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91872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601337 w 9662615"/>
              <a:gd name="connsiteY97" fmla="*/ 1548552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920184 w 9662615"/>
              <a:gd name="connsiteY94" fmla="*/ 1533676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9662615" h="1603018">
                <a:moveTo>
                  <a:pt x="0" y="0"/>
                </a:moveTo>
                <a:lnTo>
                  <a:pt x="9662615" y="0"/>
                </a:lnTo>
                <a:lnTo>
                  <a:pt x="9662615" y="1280346"/>
                </a:lnTo>
                <a:lnTo>
                  <a:pt x="9551077" y="1292033"/>
                </a:lnTo>
                <a:cubicBezTo>
                  <a:pt x="9489925" y="1291588"/>
                  <a:pt x="9543615" y="1296257"/>
                  <a:pt x="9469546" y="1289837"/>
                </a:cubicBezTo>
                <a:cubicBezTo>
                  <a:pt x="9413040" y="1331485"/>
                  <a:pt x="9340031" y="1268376"/>
                  <a:pt x="9326260" y="1277155"/>
                </a:cubicBezTo>
                <a:cubicBezTo>
                  <a:pt x="9234251" y="1284900"/>
                  <a:pt x="9225377" y="1258935"/>
                  <a:pt x="9144767" y="1264120"/>
                </a:cubicBezTo>
                <a:cubicBezTo>
                  <a:pt x="9159115" y="1310075"/>
                  <a:pt x="9066692" y="1304806"/>
                  <a:pt x="8976400" y="1326661"/>
                </a:cubicBezTo>
                <a:cubicBezTo>
                  <a:pt x="8931920" y="1325947"/>
                  <a:pt x="8871807" y="1351060"/>
                  <a:pt x="8828711" y="1346394"/>
                </a:cubicBezTo>
                <a:cubicBezTo>
                  <a:pt x="8809650" y="1326213"/>
                  <a:pt x="8718313" y="1358527"/>
                  <a:pt x="8695953" y="1346784"/>
                </a:cubicBezTo>
                <a:cubicBezTo>
                  <a:pt x="8694290" y="1355317"/>
                  <a:pt x="8661526" y="1349865"/>
                  <a:pt x="8652191" y="1345903"/>
                </a:cubicBezTo>
                <a:cubicBezTo>
                  <a:pt x="8641363" y="1349626"/>
                  <a:pt x="8603292" y="1341304"/>
                  <a:pt x="8591582" y="1341666"/>
                </a:cubicBezTo>
                <a:cubicBezTo>
                  <a:pt x="8568421" y="1323004"/>
                  <a:pt x="8565847" y="1352287"/>
                  <a:pt x="8537336" y="1341684"/>
                </a:cubicBezTo>
                <a:cubicBezTo>
                  <a:pt x="8524809" y="1348019"/>
                  <a:pt x="8445703" y="1377667"/>
                  <a:pt x="8416849" y="1367085"/>
                </a:cubicBezTo>
                <a:cubicBezTo>
                  <a:pt x="8350736" y="1379599"/>
                  <a:pt x="8346589" y="1391624"/>
                  <a:pt x="8278355" y="1386569"/>
                </a:cubicBezTo>
                <a:cubicBezTo>
                  <a:pt x="8268756" y="1398649"/>
                  <a:pt x="8183331" y="1371185"/>
                  <a:pt x="8197961" y="1392804"/>
                </a:cubicBezTo>
                <a:cubicBezTo>
                  <a:pt x="8175189" y="1391748"/>
                  <a:pt x="8158503" y="1383145"/>
                  <a:pt x="8171196" y="1397216"/>
                </a:cubicBezTo>
                <a:cubicBezTo>
                  <a:pt x="8141821" y="1397466"/>
                  <a:pt x="8125626" y="1386947"/>
                  <a:pt x="8087910" y="1386449"/>
                </a:cubicBezTo>
                <a:cubicBezTo>
                  <a:pt x="8029319" y="1362701"/>
                  <a:pt x="8020916" y="1407035"/>
                  <a:pt x="7974579" y="1383439"/>
                </a:cubicBezTo>
                <a:cubicBezTo>
                  <a:pt x="7912074" y="1402493"/>
                  <a:pt x="7841761" y="1389550"/>
                  <a:pt x="7768351" y="1395051"/>
                </a:cubicBezTo>
                <a:cubicBezTo>
                  <a:pt x="7741665" y="1390266"/>
                  <a:pt x="7663663" y="1410813"/>
                  <a:pt x="7635985" y="1386363"/>
                </a:cubicBezTo>
                <a:cubicBezTo>
                  <a:pt x="7646173" y="1415707"/>
                  <a:pt x="7542198" y="1378410"/>
                  <a:pt x="7466069" y="1377654"/>
                </a:cubicBezTo>
                <a:cubicBezTo>
                  <a:pt x="7427626" y="1403818"/>
                  <a:pt x="7337822" y="1398948"/>
                  <a:pt x="7355642" y="1407761"/>
                </a:cubicBezTo>
                <a:cubicBezTo>
                  <a:pt x="7270634" y="1390553"/>
                  <a:pt x="7306340" y="1403822"/>
                  <a:pt x="7215220" y="1397856"/>
                </a:cubicBezTo>
                <a:cubicBezTo>
                  <a:pt x="7175381" y="1421457"/>
                  <a:pt x="7122339" y="1428094"/>
                  <a:pt x="7082147" y="1406113"/>
                </a:cubicBezTo>
                <a:cubicBezTo>
                  <a:pt x="7040624" y="1425217"/>
                  <a:pt x="7029993" y="1391726"/>
                  <a:pt x="6987129" y="1404834"/>
                </a:cubicBezTo>
                <a:cubicBezTo>
                  <a:pt x="6953477" y="1411964"/>
                  <a:pt x="6957479" y="1421694"/>
                  <a:pt x="6907567" y="1419149"/>
                </a:cubicBezTo>
                <a:cubicBezTo>
                  <a:pt x="6863513" y="1408514"/>
                  <a:pt x="6803088" y="1434619"/>
                  <a:pt x="6748428" y="1420308"/>
                </a:cubicBezTo>
                <a:cubicBezTo>
                  <a:pt x="6728317" y="1416860"/>
                  <a:pt x="6666046" y="1417296"/>
                  <a:pt x="6654257" y="1424143"/>
                </a:cubicBezTo>
                <a:cubicBezTo>
                  <a:pt x="6641271" y="1425628"/>
                  <a:pt x="6626125" y="1423202"/>
                  <a:pt x="6620123" y="1430535"/>
                </a:cubicBezTo>
                <a:cubicBezTo>
                  <a:pt x="6610208" y="1439359"/>
                  <a:pt x="6564906" y="1425734"/>
                  <a:pt x="6571355" y="1436144"/>
                </a:cubicBezTo>
                <a:cubicBezTo>
                  <a:pt x="6539188" y="1426808"/>
                  <a:pt x="6513602" y="1445293"/>
                  <a:pt x="6486557" y="1449861"/>
                </a:cubicBezTo>
                <a:cubicBezTo>
                  <a:pt x="6461221" y="1440598"/>
                  <a:pt x="6429457" y="1459319"/>
                  <a:pt x="6370419" y="1461649"/>
                </a:cubicBezTo>
                <a:cubicBezTo>
                  <a:pt x="6342558" y="1450937"/>
                  <a:pt x="6330664" y="1463365"/>
                  <a:pt x="6278839" y="1449160"/>
                </a:cubicBezTo>
                <a:cubicBezTo>
                  <a:pt x="6277206" y="1450621"/>
                  <a:pt x="6275057" y="1451978"/>
                  <a:pt x="6272455" y="1453191"/>
                </a:cubicBezTo>
                <a:cubicBezTo>
                  <a:pt x="6257338" y="1460236"/>
                  <a:pt x="6230567" y="1460979"/>
                  <a:pt x="6212659" y="1454850"/>
                </a:cubicBezTo>
                <a:cubicBezTo>
                  <a:pt x="6130994" y="1436046"/>
                  <a:pt x="6135790" y="1448771"/>
                  <a:pt x="6069317" y="1445838"/>
                </a:cubicBezTo>
                <a:cubicBezTo>
                  <a:pt x="5994738" y="1444791"/>
                  <a:pt x="5975991" y="1456673"/>
                  <a:pt x="5878477" y="1439180"/>
                </a:cubicBezTo>
                <a:cubicBezTo>
                  <a:pt x="5870803" y="1447519"/>
                  <a:pt x="5859206" y="1448153"/>
                  <a:pt x="5838387" y="1444679"/>
                </a:cubicBezTo>
                <a:cubicBezTo>
                  <a:pt x="5802317" y="1444778"/>
                  <a:pt x="5810848" y="1465165"/>
                  <a:pt x="5771136" y="1453639"/>
                </a:cubicBezTo>
                <a:cubicBezTo>
                  <a:pt x="5780732" y="1464484"/>
                  <a:pt x="5704275" y="1459369"/>
                  <a:pt x="5724081" y="1470431"/>
                </a:cubicBezTo>
                <a:cubicBezTo>
                  <a:pt x="5703536" y="1480946"/>
                  <a:pt x="5687323" y="1464719"/>
                  <a:pt x="5666577" y="1473921"/>
                </a:cubicBezTo>
                <a:cubicBezTo>
                  <a:pt x="5640974" y="1476520"/>
                  <a:pt x="5678275" y="1461854"/>
                  <a:pt x="5649068" y="1461676"/>
                </a:cubicBezTo>
                <a:cubicBezTo>
                  <a:pt x="5614218" y="1463443"/>
                  <a:pt x="5608578" y="1443299"/>
                  <a:pt x="5588902" y="1469647"/>
                </a:cubicBezTo>
                <a:cubicBezTo>
                  <a:pt x="5550386" y="1464321"/>
                  <a:pt x="5546573" y="1476049"/>
                  <a:pt x="5498090" y="1483173"/>
                </a:cubicBezTo>
                <a:cubicBezTo>
                  <a:pt x="5475226" y="1477314"/>
                  <a:pt x="5459293" y="1480930"/>
                  <a:pt x="5444641" y="1487602"/>
                </a:cubicBezTo>
                <a:cubicBezTo>
                  <a:pt x="5395328" y="1487320"/>
                  <a:pt x="5353572" y="1498007"/>
                  <a:pt x="5299812" y="1503362"/>
                </a:cubicBezTo>
                <a:cubicBezTo>
                  <a:pt x="5238326" y="1497756"/>
                  <a:pt x="5303225" y="1514963"/>
                  <a:pt x="5245752" y="1520612"/>
                </a:cubicBezTo>
                <a:cubicBezTo>
                  <a:pt x="5190753" y="1507732"/>
                  <a:pt x="5205712" y="1518627"/>
                  <a:pt x="5177807" y="1526802"/>
                </a:cubicBezTo>
                <a:lnTo>
                  <a:pt x="5113910" y="1533205"/>
                </a:lnTo>
                <a:lnTo>
                  <a:pt x="5059484" y="1546802"/>
                </a:lnTo>
                <a:lnTo>
                  <a:pt x="5038524" y="1545675"/>
                </a:lnTo>
                <a:lnTo>
                  <a:pt x="5026564" y="1545376"/>
                </a:lnTo>
                <a:cubicBezTo>
                  <a:pt x="5006873" y="1544046"/>
                  <a:pt x="4987701" y="1552900"/>
                  <a:pt x="4969433" y="1550865"/>
                </a:cubicBezTo>
                <a:cubicBezTo>
                  <a:pt x="4943627" y="1555066"/>
                  <a:pt x="4892754" y="1568818"/>
                  <a:pt x="4871726" y="1570584"/>
                </a:cubicBezTo>
                <a:cubicBezTo>
                  <a:pt x="4863638" y="1570310"/>
                  <a:pt x="4846771" y="1559566"/>
                  <a:pt x="4843267" y="1561459"/>
                </a:cubicBezTo>
                <a:lnTo>
                  <a:pt x="4821058" y="1553078"/>
                </a:lnTo>
                <a:lnTo>
                  <a:pt x="4791466" y="1561324"/>
                </a:lnTo>
                <a:lnTo>
                  <a:pt x="4784247" y="1562342"/>
                </a:lnTo>
                <a:cubicBezTo>
                  <a:pt x="4770593" y="1574121"/>
                  <a:pt x="4776816" y="1558072"/>
                  <a:pt x="4739309" y="1553948"/>
                </a:cubicBezTo>
                <a:cubicBezTo>
                  <a:pt x="4684311" y="1578213"/>
                  <a:pt x="4712803" y="1566697"/>
                  <a:pt x="4697562" y="1551206"/>
                </a:cubicBezTo>
                <a:lnTo>
                  <a:pt x="4650737" y="1537381"/>
                </a:lnTo>
                <a:cubicBezTo>
                  <a:pt x="4628208" y="1530633"/>
                  <a:pt x="4609654" y="1567617"/>
                  <a:pt x="4583150" y="1529064"/>
                </a:cubicBezTo>
                <a:cubicBezTo>
                  <a:pt x="4575879" y="1527088"/>
                  <a:pt x="4527005" y="1532552"/>
                  <a:pt x="4521734" y="1529359"/>
                </a:cubicBezTo>
                <a:cubicBezTo>
                  <a:pt x="4457980" y="1517590"/>
                  <a:pt x="4465052" y="1532003"/>
                  <a:pt x="4382398" y="1534108"/>
                </a:cubicBezTo>
                <a:cubicBezTo>
                  <a:pt x="4347480" y="1506889"/>
                  <a:pt x="4310783" y="1494709"/>
                  <a:pt x="4221826" y="1500972"/>
                </a:cubicBezTo>
                <a:cubicBezTo>
                  <a:pt x="4174471" y="1526598"/>
                  <a:pt x="4136675" y="1542031"/>
                  <a:pt x="4096601" y="1521563"/>
                </a:cubicBezTo>
                <a:cubicBezTo>
                  <a:pt x="4015086" y="1550501"/>
                  <a:pt x="3986123" y="1519347"/>
                  <a:pt x="4002441" y="1528912"/>
                </a:cubicBezTo>
                <a:cubicBezTo>
                  <a:pt x="3967120" y="1539744"/>
                  <a:pt x="3931774" y="1526729"/>
                  <a:pt x="3833906" y="1516637"/>
                </a:cubicBezTo>
                <a:cubicBezTo>
                  <a:pt x="3781438" y="1538249"/>
                  <a:pt x="3822855" y="1526006"/>
                  <a:pt x="3763845" y="1501782"/>
                </a:cubicBezTo>
                <a:cubicBezTo>
                  <a:pt x="3734533" y="1525292"/>
                  <a:pt x="3677359" y="1524487"/>
                  <a:pt x="3673583" y="1501471"/>
                </a:cubicBezTo>
                <a:cubicBezTo>
                  <a:pt x="3663687" y="1502855"/>
                  <a:pt x="3650245" y="1528777"/>
                  <a:pt x="3640771" y="1531025"/>
                </a:cubicBezTo>
                <a:lnTo>
                  <a:pt x="3576170" y="1516288"/>
                </a:lnTo>
                <a:lnTo>
                  <a:pt x="3540258" y="1516976"/>
                </a:lnTo>
                <a:lnTo>
                  <a:pt x="3522853" y="1538044"/>
                </a:lnTo>
                <a:lnTo>
                  <a:pt x="3480929" y="1526739"/>
                </a:lnTo>
                <a:cubicBezTo>
                  <a:pt x="3469671" y="1527693"/>
                  <a:pt x="3444273" y="1543724"/>
                  <a:pt x="3430805" y="1542521"/>
                </a:cubicBezTo>
                <a:cubicBezTo>
                  <a:pt x="3386352" y="1529947"/>
                  <a:pt x="3347457" y="1537200"/>
                  <a:pt x="3292707" y="1520490"/>
                </a:cubicBezTo>
                <a:cubicBezTo>
                  <a:pt x="3271897" y="1516147"/>
                  <a:pt x="3203347" y="1513732"/>
                  <a:pt x="3187872" y="1519991"/>
                </a:cubicBezTo>
                <a:cubicBezTo>
                  <a:pt x="3173062" y="1520872"/>
                  <a:pt x="3157325" y="1517771"/>
                  <a:pt x="3148026" y="1524777"/>
                </a:cubicBezTo>
                <a:cubicBezTo>
                  <a:pt x="3133878" y="1533085"/>
                  <a:pt x="3089156" y="1517485"/>
                  <a:pt x="3092394" y="1528115"/>
                </a:cubicBezTo>
                <a:cubicBezTo>
                  <a:pt x="3060512" y="1517374"/>
                  <a:pt x="3025593" y="1534558"/>
                  <a:pt x="2994200" y="1537857"/>
                </a:cubicBezTo>
                <a:cubicBezTo>
                  <a:pt x="2969798" y="1527501"/>
                  <a:pt x="2927999" y="1544636"/>
                  <a:pt x="2862301" y="1544250"/>
                </a:cubicBezTo>
                <a:cubicBezTo>
                  <a:pt x="2835658" y="1532340"/>
                  <a:pt x="2818008" y="1544135"/>
                  <a:pt x="2766335" y="1527662"/>
                </a:cubicBezTo>
                <a:cubicBezTo>
                  <a:pt x="2764004" y="1529036"/>
                  <a:pt x="2761142" y="1530285"/>
                  <a:pt x="2757836" y="1531371"/>
                </a:cubicBezTo>
                <a:cubicBezTo>
                  <a:pt x="2738633" y="1537675"/>
                  <a:pt x="2708957" y="1537188"/>
                  <a:pt x="2691555" y="1530283"/>
                </a:cubicBezTo>
                <a:cubicBezTo>
                  <a:pt x="2608810" y="1507878"/>
                  <a:pt x="2611304" y="1510787"/>
                  <a:pt x="2539383" y="1504835"/>
                </a:cubicBezTo>
                <a:cubicBezTo>
                  <a:pt x="2457862" y="1500384"/>
                  <a:pt x="2478670" y="1542474"/>
                  <a:pt x="2378036" y="1520645"/>
                </a:cubicBezTo>
                <a:cubicBezTo>
                  <a:pt x="2366529" y="1528574"/>
                  <a:pt x="2341629" y="1515421"/>
                  <a:pt x="2320049" y="1511019"/>
                </a:cubicBezTo>
                <a:cubicBezTo>
                  <a:pt x="2280399" y="1509467"/>
                  <a:pt x="2278267" y="1522148"/>
                  <a:pt x="2238909" y="1508888"/>
                </a:cubicBezTo>
                <a:cubicBezTo>
                  <a:pt x="2245444" y="1520095"/>
                  <a:pt x="2163364" y="1519472"/>
                  <a:pt x="2181031" y="1531361"/>
                </a:cubicBezTo>
                <a:cubicBezTo>
                  <a:pt x="2154585" y="1540861"/>
                  <a:pt x="2138796" y="1516056"/>
                  <a:pt x="2112613" y="1524245"/>
                </a:cubicBezTo>
                <a:cubicBezTo>
                  <a:pt x="2083537" y="1525655"/>
                  <a:pt x="2078233" y="1524725"/>
                  <a:pt x="2046221" y="1523212"/>
                </a:cubicBezTo>
                <a:cubicBezTo>
                  <a:pt x="2007296" y="1523373"/>
                  <a:pt x="2032394" y="1491187"/>
                  <a:pt x="2001057" y="1516449"/>
                </a:cubicBezTo>
                <a:cubicBezTo>
                  <a:pt x="1960724" y="1509398"/>
                  <a:pt x="1976058" y="1528820"/>
                  <a:pt x="1920184" y="1533676"/>
                </a:cubicBezTo>
                <a:cubicBezTo>
                  <a:pt x="1897238" y="1526813"/>
                  <a:pt x="1877505" y="1527174"/>
                  <a:pt x="1835994" y="1527678"/>
                </a:cubicBezTo>
                <a:cubicBezTo>
                  <a:pt x="1794483" y="1528182"/>
                  <a:pt x="1726077" y="1533693"/>
                  <a:pt x="1671119" y="1536701"/>
                </a:cubicBezTo>
                <a:cubicBezTo>
                  <a:pt x="1605663" y="1528324"/>
                  <a:pt x="1630763" y="1553523"/>
                  <a:pt x="1565556" y="1556503"/>
                </a:cubicBezTo>
                <a:cubicBezTo>
                  <a:pt x="1501959" y="1539013"/>
                  <a:pt x="1462468" y="1572800"/>
                  <a:pt x="1407755" y="1571444"/>
                </a:cubicBezTo>
                <a:cubicBezTo>
                  <a:pt x="1319286" y="1555448"/>
                  <a:pt x="1429251" y="1585263"/>
                  <a:pt x="1291872" y="1579471"/>
                </a:cubicBezTo>
                <a:cubicBezTo>
                  <a:pt x="1284192" y="1576816"/>
                  <a:pt x="1243590" y="1599390"/>
                  <a:pt x="1245251" y="1603018"/>
                </a:cubicBezTo>
                <a:cubicBezTo>
                  <a:pt x="1236562" y="1601891"/>
                  <a:pt x="1184091" y="1586977"/>
                  <a:pt x="1181938" y="1592789"/>
                </a:cubicBezTo>
                <a:cubicBezTo>
                  <a:pt x="1138153" y="1593474"/>
                  <a:pt x="1130439" y="1578153"/>
                  <a:pt x="1091432" y="1571003"/>
                </a:cubicBezTo>
                <a:cubicBezTo>
                  <a:pt x="1007000" y="1580980"/>
                  <a:pt x="1001377" y="1557850"/>
                  <a:pt x="940355" y="1560638"/>
                </a:cubicBezTo>
                <a:cubicBezTo>
                  <a:pt x="891367" y="1572083"/>
                  <a:pt x="924846" y="1558773"/>
                  <a:pt x="868264" y="1566392"/>
                </a:cubicBezTo>
                <a:cubicBezTo>
                  <a:pt x="848640" y="1547574"/>
                  <a:pt x="814997" y="1568391"/>
                  <a:pt x="792765" y="1563102"/>
                </a:cubicBezTo>
                <a:cubicBezTo>
                  <a:pt x="758082" y="1585102"/>
                  <a:pt x="689950" y="1563038"/>
                  <a:pt x="653153" y="1563516"/>
                </a:cubicBezTo>
                <a:cubicBezTo>
                  <a:pt x="591300" y="1567692"/>
                  <a:pt x="576686" y="1582565"/>
                  <a:pt x="541933" y="1561051"/>
                </a:cubicBezTo>
                <a:cubicBezTo>
                  <a:pt x="537775" y="1570056"/>
                  <a:pt x="508236" y="1570304"/>
                  <a:pt x="472797" y="1568904"/>
                </a:cubicBezTo>
                <a:cubicBezTo>
                  <a:pt x="458898" y="1573560"/>
                  <a:pt x="425270" y="1567476"/>
                  <a:pt x="396059" y="1560970"/>
                </a:cubicBezTo>
                <a:cubicBezTo>
                  <a:pt x="431016" y="1548467"/>
                  <a:pt x="332180" y="1575204"/>
                  <a:pt x="336819" y="1560892"/>
                </a:cubicBezTo>
                <a:cubicBezTo>
                  <a:pt x="292157" y="1552383"/>
                  <a:pt x="263346" y="1557575"/>
                  <a:pt x="267163" y="1531913"/>
                </a:cubicBezTo>
                <a:cubicBezTo>
                  <a:pt x="253228" y="1516946"/>
                  <a:pt x="198100" y="1540864"/>
                  <a:pt x="196644" y="1524565"/>
                </a:cubicBezTo>
                <a:cubicBezTo>
                  <a:pt x="172602" y="1535342"/>
                  <a:pt x="127394" y="1518578"/>
                  <a:pt x="86819" y="1519517"/>
                </a:cubicBezTo>
                <a:cubicBezTo>
                  <a:pt x="78537" y="1512257"/>
                  <a:pt x="69224" y="1512723"/>
                  <a:pt x="53369" y="1516853"/>
                </a:cubicBezTo>
                <a:cubicBezTo>
                  <a:pt x="37131" y="1517503"/>
                  <a:pt x="19976" y="1516838"/>
                  <a:pt x="2359" y="1515247"/>
                </a:cubicBezTo>
                <a:lnTo>
                  <a:pt x="0" y="15149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80D9F-DF0B-2EC5-DB89-1CB495E941B5}"/>
              </a:ext>
            </a:extLst>
          </p:cNvPr>
          <p:cNvSpPr txBox="1"/>
          <p:nvPr/>
        </p:nvSpPr>
        <p:spPr>
          <a:xfrm>
            <a:off x="1629751" y="1118473"/>
            <a:ext cx="8924392" cy="1037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CSP Attempt – What Happened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B24A3A03-2C4E-45B5-B388-FAD638CD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548" y="662268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EABBE-CE21-87E6-462E-6D5839B5F813}"/>
              </a:ext>
            </a:extLst>
          </p:cNvPr>
          <p:cNvSpPr txBox="1"/>
          <p:nvPr/>
        </p:nvSpPr>
        <p:spPr>
          <a:xfrm>
            <a:off x="1959310" y="2924174"/>
            <a:ext cx="8273380" cy="2828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CSP Attempt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 </a:t>
            </a:r>
            <a:r>
              <a:rPr lang="en-CA" dirty="0" err="1"/>
              <a:t>Fonctionne</a:t>
            </a:r>
            <a:r>
              <a:rPr lang="en-CA" dirty="0"/>
              <a:t> pour </a:t>
            </a:r>
            <a:r>
              <a:rPr lang="en-CA" dirty="0" err="1"/>
              <a:t>contraintes</a:t>
            </a:r>
            <a:r>
              <a:rPr lang="en-CA" dirty="0"/>
              <a:t> simples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 Bloque </a:t>
            </a:r>
            <a:r>
              <a:rPr lang="en-CA" dirty="0" err="1"/>
              <a:t>en</a:t>
            </a:r>
            <a:r>
              <a:rPr lang="en-CA" dirty="0"/>
              <a:t> minima </a:t>
            </a:r>
            <a:r>
              <a:rPr lang="en-CA" dirty="0" err="1"/>
              <a:t>locaux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 </a:t>
            </a:r>
            <a:r>
              <a:rPr lang="en-CA" dirty="0" err="1"/>
              <a:t>Navigabilité</a:t>
            </a:r>
            <a:r>
              <a:rPr lang="en-CA" dirty="0"/>
              <a:t> = recherche de chemin, pas CSP </a:t>
            </a:r>
            <a:r>
              <a:rPr lang="en-CA" dirty="0" err="1"/>
              <a:t>pur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011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8CB9A-F02D-ED40-D2AA-0498A864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265F215-7C89-7233-F0CE-F14B5BCAE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ACB074FF-61AE-FEB3-429F-6E24716FE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B4674-26BC-C4C3-D18A-E185CD51F07F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898EAC-94D5-E2BF-104D-55DB3B625CA2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 err="1"/>
              <a:t>Combinaison</a:t>
            </a:r>
            <a:r>
              <a:rPr lang="en-CA" sz="2000" dirty="0"/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- CSP (</a:t>
            </a:r>
            <a:r>
              <a:rPr lang="en-CA" sz="2000" dirty="0" err="1"/>
              <a:t>contraintes</a:t>
            </a:r>
            <a:r>
              <a:rPr lang="en-CA" sz="2000" dirty="0"/>
              <a:t> </a:t>
            </a:r>
            <a:r>
              <a:rPr lang="en-CA" sz="2000" dirty="0" err="1"/>
              <a:t>dures</a:t>
            </a:r>
            <a:r>
              <a:rPr lang="en-CA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- Système expert (</a:t>
            </a:r>
            <a:r>
              <a:rPr lang="en-CA" sz="2000" dirty="0" err="1"/>
              <a:t>esthétique</a:t>
            </a:r>
            <a:r>
              <a:rPr lang="en-CA" sz="2000" dirty="0"/>
              <a:t>, </a:t>
            </a:r>
            <a:r>
              <a:rPr lang="en-CA" sz="2000" dirty="0" err="1"/>
              <a:t>ergonomie</a:t>
            </a:r>
            <a:r>
              <a:rPr lang="en-CA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- RL (optimisation)</a:t>
            </a:r>
          </a:p>
          <a:p>
            <a:r>
              <a:rPr lang="en-CA" sz="2000" dirty="0"/>
              <a:t>Objectif : unifier </a:t>
            </a:r>
            <a:r>
              <a:rPr lang="en-CA" sz="2000" dirty="0" err="1"/>
              <a:t>esthétique</a:t>
            </a:r>
            <a:r>
              <a:rPr lang="en-CA" sz="2000" dirty="0"/>
              <a:t>, </a:t>
            </a:r>
            <a:r>
              <a:rPr lang="en-CA" sz="2000" dirty="0" err="1"/>
              <a:t>coût</a:t>
            </a:r>
            <a:r>
              <a:rPr lang="en-CA" sz="2000" dirty="0"/>
              <a:t> et </a:t>
            </a:r>
            <a:r>
              <a:rPr lang="en-CA" sz="2000" dirty="0" err="1"/>
              <a:t>conformité</a:t>
            </a:r>
            <a:r>
              <a:rPr lang="en-CA" sz="2000" dirty="0"/>
              <a:t>.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0D86B8FE-4265-2211-58E5-2730BDCB1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9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69088-2338-604C-4318-A8E3E3182195}"/>
              </a:ext>
            </a:extLst>
          </p:cNvPr>
          <p:cNvSpPr txBox="1"/>
          <p:nvPr/>
        </p:nvSpPr>
        <p:spPr>
          <a:xfrm>
            <a:off x="5751094" y="1058780"/>
            <a:ext cx="5602705" cy="3092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you for your attention.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210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311</Words>
  <Application>Microsoft Macintosh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mac10925</dc:creator>
  <cp:lastModifiedBy>mac10925</cp:lastModifiedBy>
  <cp:revision>16</cp:revision>
  <dcterms:created xsi:type="dcterms:W3CDTF">2025-12-06T16:24:05Z</dcterms:created>
  <dcterms:modified xsi:type="dcterms:W3CDTF">2025-12-06T18:14:11Z</dcterms:modified>
</cp:coreProperties>
</file>